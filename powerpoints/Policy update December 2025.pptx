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C33E"/>
    <a:srgbClr val="41BF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7A21E-739C-449A-9BB4-BD8A800599BE}" v="6" dt="2025-10-01T07:57:20.2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p:cViewPr varScale="1">
        <p:scale>
          <a:sx n="102" d="100"/>
          <a:sy n="102" d="100"/>
        </p:scale>
        <p:origin x="72"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Hardy" userId="bd642fe9-3e7d-4b63-a6ec-b420d77e9a26" providerId="ADAL" clId="{682EF35D-D43D-46DB-A3A0-7759838F854C}"/>
    <pc:docChg chg="custSel addSld modSld sldOrd">
      <pc:chgData name="Bryan Hardy" userId="bd642fe9-3e7d-4b63-a6ec-b420d77e9a26" providerId="ADAL" clId="{682EF35D-D43D-46DB-A3A0-7759838F854C}" dt="2025-08-04T07:31:30.393" v="471"/>
      <pc:docMkLst>
        <pc:docMk/>
      </pc:docMkLst>
      <pc:sldChg chg="modSp mod">
        <pc:chgData name="Bryan Hardy" userId="bd642fe9-3e7d-4b63-a6ec-b420d77e9a26" providerId="ADAL" clId="{682EF35D-D43D-46DB-A3A0-7759838F854C}" dt="2025-08-04T07:27:09.711" v="22" actId="403"/>
        <pc:sldMkLst>
          <pc:docMk/>
          <pc:sldMk cId="1630784187" sldId="256"/>
        </pc:sldMkLst>
      </pc:sldChg>
      <pc:sldChg chg="modSp mod">
        <pc:chgData name="Bryan Hardy" userId="bd642fe9-3e7d-4b63-a6ec-b420d77e9a26" providerId="ADAL" clId="{682EF35D-D43D-46DB-A3A0-7759838F854C}" dt="2025-08-04T07:27:22.731" v="58" actId="20577"/>
        <pc:sldMkLst>
          <pc:docMk/>
          <pc:sldMk cId="1966422359" sldId="257"/>
        </pc:sldMkLst>
      </pc:sldChg>
      <pc:sldChg chg="addSp delSp modSp mod">
        <pc:chgData name="Bryan Hardy" userId="bd642fe9-3e7d-4b63-a6ec-b420d77e9a26" providerId="ADAL" clId="{682EF35D-D43D-46DB-A3A0-7759838F854C}" dt="2025-08-04T07:30:02.798" v="427" actId="313"/>
        <pc:sldMkLst>
          <pc:docMk/>
          <pc:sldMk cId="4104241081" sldId="258"/>
        </pc:sldMkLst>
      </pc:sldChg>
      <pc:sldChg chg="modSp mod">
        <pc:chgData name="Bryan Hardy" userId="bd642fe9-3e7d-4b63-a6ec-b420d77e9a26" providerId="ADAL" clId="{682EF35D-D43D-46DB-A3A0-7759838F854C}" dt="2025-08-04T07:30:35.568" v="462" actId="20577"/>
        <pc:sldMkLst>
          <pc:docMk/>
          <pc:sldMk cId="266922781" sldId="259"/>
        </pc:sldMkLst>
      </pc:sldChg>
      <pc:sldChg chg="addSp delSp modSp add mod ord">
        <pc:chgData name="Bryan Hardy" userId="bd642fe9-3e7d-4b63-a6ec-b420d77e9a26" providerId="ADAL" clId="{682EF35D-D43D-46DB-A3A0-7759838F854C}" dt="2025-08-04T07:31:30.393" v="471"/>
        <pc:sldMkLst>
          <pc:docMk/>
          <pc:sldMk cId="3136127836" sldId="261"/>
        </pc:sldMkLst>
      </pc:sldChg>
    </pc:docChg>
  </pc:docChgLst>
  <pc:docChgLst>
    <pc:chgData name="Bryan Hardy" userId="bd642fe9-3e7d-4b63-a6ec-b420d77e9a26" providerId="ADAL" clId="{9912FA75-93EA-4553-A852-4C2938A69C12}"/>
    <pc:docChg chg="undo custSel addSld delSld modSld">
      <pc:chgData name="Bryan Hardy" userId="bd642fe9-3e7d-4b63-a6ec-b420d77e9a26" providerId="ADAL" clId="{9912FA75-93EA-4553-A852-4C2938A69C12}" dt="2025-10-01T07:57:40.602" v="978" actId="404"/>
      <pc:docMkLst>
        <pc:docMk/>
      </pc:docMkLst>
      <pc:sldChg chg="addSp modSp mod">
        <pc:chgData name="Bryan Hardy" userId="bd642fe9-3e7d-4b63-a6ec-b420d77e9a26" providerId="ADAL" clId="{9912FA75-93EA-4553-A852-4C2938A69C12}" dt="2025-10-01T07:40:16.611" v="203" actId="20577"/>
        <pc:sldMkLst>
          <pc:docMk/>
          <pc:sldMk cId="1630784187" sldId="256"/>
        </pc:sldMkLst>
        <pc:spChg chg="mod">
          <ac:chgData name="Bryan Hardy" userId="bd642fe9-3e7d-4b63-a6ec-b420d77e9a26" providerId="ADAL" clId="{9912FA75-93EA-4553-A852-4C2938A69C12}" dt="2025-10-01T07:40:16.611" v="203" actId="20577"/>
          <ac:spMkLst>
            <pc:docMk/>
            <pc:sldMk cId="1630784187" sldId="256"/>
            <ac:spMk id="3" creationId="{245B489B-D006-BDDF-DD1D-3D19B0BC4A19}"/>
          </ac:spMkLst>
        </pc:spChg>
        <pc:picChg chg="add mod">
          <ac:chgData name="Bryan Hardy" userId="bd642fe9-3e7d-4b63-a6ec-b420d77e9a26" providerId="ADAL" clId="{9912FA75-93EA-4553-A852-4C2938A69C12}" dt="2025-09-03T06:41:43.151" v="4" actId="1076"/>
          <ac:picMkLst>
            <pc:docMk/>
            <pc:sldMk cId="1630784187" sldId="256"/>
            <ac:picMk id="7" creationId="{BEDC6E51-CB41-A92A-9D2E-F9B7C02F6382}"/>
          </ac:picMkLst>
        </pc:picChg>
      </pc:sldChg>
      <pc:sldChg chg="addSp modSp mod">
        <pc:chgData name="Bryan Hardy" userId="bd642fe9-3e7d-4b63-a6ec-b420d77e9a26" providerId="ADAL" clId="{9912FA75-93EA-4553-A852-4C2938A69C12}" dt="2025-10-01T07:46:39.744" v="272" actId="20577"/>
        <pc:sldMkLst>
          <pc:docMk/>
          <pc:sldMk cId="1966422359" sldId="257"/>
        </pc:sldMkLst>
        <pc:spChg chg="mod">
          <ac:chgData name="Bryan Hardy" userId="bd642fe9-3e7d-4b63-a6ec-b420d77e9a26" providerId="ADAL" clId="{9912FA75-93EA-4553-A852-4C2938A69C12}" dt="2025-10-01T07:41:00.798" v="222" actId="20577"/>
          <ac:spMkLst>
            <pc:docMk/>
            <pc:sldMk cId="1966422359" sldId="257"/>
            <ac:spMk id="2" creationId="{387204E2-2BA4-F135-7A91-A986D80D30FD}"/>
          </ac:spMkLst>
        </pc:spChg>
        <pc:spChg chg="mod">
          <ac:chgData name="Bryan Hardy" userId="bd642fe9-3e7d-4b63-a6ec-b420d77e9a26" providerId="ADAL" clId="{9912FA75-93EA-4553-A852-4C2938A69C12}" dt="2025-10-01T07:46:39.744" v="272" actId="20577"/>
          <ac:spMkLst>
            <pc:docMk/>
            <pc:sldMk cId="1966422359" sldId="257"/>
            <ac:spMk id="8" creationId="{33FFFEF7-B39F-BAF3-3B1C-BE841DA48CC9}"/>
          </ac:spMkLst>
        </pc:spChg>
        <pc:picChg chg="add mod">
          <ac:chgData name="Bryan Hardy" userId="bd642fe9-3e7d-4b63-a6ec-b420d77e9a26" providerId="ADAL" clId="{9912FA75-93EA-4553-A852-4C2938A69C12}" dt="2025-09-03T06:41:54.456" v="11"/>
          <ac:picMkLst>
            <pc:docMk/>
            <pc:sldMk cId="1966422359" sldId="257"/>
            <ac:picMk id="3" creationId="{4EB73D14-F272-1AD8-4ED9-60DAD21BB5DB}"/>
          </ac:picMkLst>
        </pc:picChg>
      </pc:sldChg>
      <pc:sldChg chg="addSp delSp modSp mod">
        <pc:chgData name="Bryan Hardy" userId="bd642fe9-3e7d-4b63-a6ec-b420d77e9a26" providerId="ADAL" clId="{9912FA75-93EA-4553-A852-4C2938A69C12}" dt="2025-10-01T07:47:10.896" v="288" actId="1076"/>
        <pc:sldMkLst>
          <pc:docMk/>
          <pc:sldMk cId="4104241081" sldId="258"/>
        </pc:sldMkLst>
        <pc:spChg chg="mod">
          <ac:chgData name="Bryan Hardy" userId="bd642fe9-3e7d-4b63-a6ec-b420d77e9a26" providerId="ADAL" clId="{9912FA75-93EA-4553-A852-4C2938A69C12}" dt="2025-10-01T07:46:53.212" v="284" actId="20577"/>
          <ac:spMkLst>
            <pc:docMk/>
            <pc:sldMk cId="4104241081" sldId="258"/>
            <ac:spMk id="8" creationId="{54AEBAB8-9A5E-A671-6F81-D7650D1C4017}"/>
          </ac:spMkLst>
        </pc:spChg>
        <pc:graphicFrameChg chg="add del mod modGraphic">
          <ac:chgData name="Bryan Hardy" userId="bd642fe9-3e7d-4b63-a6ec-b420d77e9a26" providerId="ADAL" clId="{9912FA75-93EA-4553-A852-4C2938A69C12}" dt="2025-10-01T07:46:47.789" v="273" actId="478"/>
          <ac:graphicFrameMkLst>
            <pc:docMk/>
            <pc:sldMk cId="4104241081" sldId="258"/>
            <ac:graphicFrameMk id="2" creationId="{08E4B3FE-F816-487B-D606-2E2CFCEE534A}"/>
          </ac:graphicFrameMkLst>
        </pc:graphicFrameChg>
        <pc:picChg chg="add mod">
          <ac:chgData name="Bryan Hardy" userId="bd642fe9-3e7d-4b63-a6ec-b420d77e9a26" providerId="ADAL" clId="{9912FA75-93EA-4553-A852-4C2938A69C12}" dt="2025-09-03T06:49:12.107" v="119"/>
          <ac:picMkLst>
            <pc:docMk/>
            <pc:sldMk cId="4104241081" sldId="258"/>
            <ac:picMk id="3" creationId="{8A259BC2-F181-7968-B7F1-702C7E07AF12}"/>
          </ac:picMkLst>
        </pc:picChg>
        <pc:picChg chg="add mod">
          <ac:chgData name="Bryan Hardy" userId="bd642fe9-3e7d-4b63-a6ec-b420d77e9a26" providerId="ADAL" clId="{9912FA75-93EA-4553-A852-4C2938A69C12}" dt="2025-10-01T07:47:10.896" v="288" actId="1076"/>
          <ac:picMkLst>
            <pc:docMk/>
            <pc:sldMk cId="4104241081" sldId="258"/>
            <ac:picMk id="7" creationId="{BD051745-EEBA-7636-70DD-7810F3FA90D0}"/>
          </ac:picMkLst>
        </pc:picChg>
      </pc:sldChg>
      <pc:sldChg chg="addSp delSp modSp mod">
        <pc:chgData name="Bryan Hardy" userId="bd642fe9-3e7d-4b63-a6ec-b420d77e9a26" providerId="ADAL" clId="{9912FA75-93EA-4553-A852-4C2938A69C12}" dt="2025-10-01T07:51:07.038" v="927" actId="14100"/>
        <pc:sldMkLst>
          <pc:docMk/>
          <pc:sldMk cId="3136127836" sldId="261"/>
        </pc:sldMkLst>
        <pc:spChg chg="mod">
          <ac:chgData name="Bryan Hardy" userId="bd642fe9-3e7d-4b63-a6ec-b420d77e9a26" providerId="ADAL" clId="{9912FA75-93EA-4553-A852-4C2938A69C12}" dt="2025-10-01T07:50:43.992" v="922" actId="20577"/>
          <ac:spMkLst>
            <pc:docMk/>
            <pc:sldMk cId="3136127836" sldId="261"/>
            <ac:spMk id="7" creationId="{34042D84-9ED3-13D5-035E-8960058A5989}"/>
          </ac:spMkLst>
        </pc:spChg>
        <pc:picChg chg="add del mod">
          <ac:chgData name="Bryan Hardy" userId="bd642fe9-3e7d-4b63-a6ec-b420d77e9a26" providerId="ADAL" clId="{9912FA75-93EA-4553-A852-4C2938A69C12}" dt="2025-10-01T07:50:39.817" v="913" actId="478"/>
          <ac:picMkLst>
            <pc:docMk/>
            <pc:sldMk cId="3136127836" sldId="261"/>
            <ac:picMk id="3" creationId="{9B99038E-87DC-C11D-291D-EEF1BBBE12A3}"/>
          </ac:picMkLst>
        </pc:picChg>
        <pc:picChg chg="add mod">
          <ac:chgData name="Bryan Hardy" userId="bd642fe9-3e7d-4b63-a6ec-b420d77e9a26" providerId="ADAL" clId="{9912FA75-93EA-4553-A852-4C2938A69C12}" dt="2025-09-03T06:49:13.527" v="120"/>
          <ac:picMkLst>
            <pc:docMk/>
            <pc:sldMk cId="3136127836" sldId="261"/>
            <ac:picMk id="4" creationId="{C1ADA727-3DC1-E13E-C75B-DA819D12D247}"/>
          </ac:picMkLst>
        </pc:picChg>
        <pc:picChg chg="add mod">
          <ac:chgData name="Bryan Hardy" userId="bd642fe9-3e7d-4b63-a6ec-b420d77e9a26" providerId="ADAL" clId="{9912FA75-93EA-4553-A852-4C2938A69C12}" dt="2025-10-01T07:51:07.038" v="927" actId="14100"/>
          <ac:picMkLst>
            <pc:docMk/>
            <pc:sldMk cId="3136127836" sldId="261"/>
            <ac:picMk id="5" creationId="{2F786CFF-3415-FF6E-D148-B4BE7F5856FE}"/>
          </ac:picMkLst>
        </pc:picChg>
      </pc:sldChg>
      <pc:sldChg chg="addSp modSp del">
        <pc:chgData name="Bryan Hardy" userId="bd642fe9-3e7d-4b63-a6ec-b420d77e9a26" providerId="ADAL" clId="{9912FA75-93EA-4553-A852-4C2938A69C12}" dt="2025-09-03T06:50:21.870" v="138" actId="47"/>
        <pc:sldMkLst>
          <pc:docMk/>
          <pc:sldMk cId="3643829277" sldId="262"/>
        </pc:sldMkLst>
      </pc:sldChg>
      <pc:sldChg chg="addSp delSp modSp mod">
        <pc:chgData name="Bryan Hardy" userId="bd642fe9-3e7d-4b63-a6ec-b420d77e9a26" providerId="ADAL" clId="{9912FA75-93EA-4553-A852-4C2938A69C12}" dt="2025-10-01T07:57:40.602" v="978" actId="404"/>
        <pc:sldMkLst>
          <pc:docMk/>
          <pc:sldMk cId="358692100" sldId="263"/>
        </pc:sldMkLst>
        <pc:spChg chg="add del">
          <ac:chgData name="Bryan Hardy" userId="bd642fe9-3e7d-4b63-a6ec-b420d77e9a26" providerId="ADAL" clId="{9912FA75-93EA-4553-A852-4C2938A69C12}" dt="2025-10-01T07:57:18.723" v="966" actId="22"/>
          <ac:spMkLst>
            <pc:docMk/>
            <pc:sldMk cId="358692100" sldId="263"/>
            <ac:spMk id="5" creationId="{7BE97575-A824-FC54-AA8C-E06A50AC404F}"/>
          </ac:spMkLst>
        </pc:spChg>
        <pc:spChg chg="mod">
          <ac:chgData name="Bryan Hardy" userId="bd642fe9-3e7d-4b63-a6ec-b420d77e9a26" providerId="ADAL" clId="{9912FA75-93EA-4553-A852-4C2938A69C12}" dt="2025-10-01T07:55:31.258" v="963" actId="20577"/>
          <ac:spMkLst>
            <pc:docMk/>
            <pc:sldMk cId="358692100" sldId="263"/>
            <ac:spMk id="7" creationId="{75D763FC-8E62-A9FC-7A76-A45E9E3D34EF}"/>
          </ac:spMkLst>
        </pc:spChg>
        <pc:spChg chg="add mod">
          <ac:chgData name="Bryan Hardy" userId="bd642fe9-3e7d-4b63-a6ec-b420d77e9a26" providerId="ADAL" clId="{9912FA75-93EA-4553-A852-4C2938A69C12}" dt="2025-10-01T07:57:40.602" v="978" actId="404"/>
          <ac:spMkLst>
            <pc:docMk/>
            <pc:sldMk cId="358692100" sldId="263"/>
            <ac:spMk id="9" creationId="{398A10AA-61F8-9EF2-69E6-7E5F6523CCFA}"/>
          </ac:spMkLst>
        </pc:spChg>
        <pc:picChg chg="add mod">
          <ac:chgData name="Bryan Hardy" userId="bd642fe9-3e7d-4b63-a6ec-b420d77e9a26" providerId="ADAL" clId="{9912FA75-93EA-4553-A852-4C2938A69C12}" dt="2025-09-03T06:49:20.765" v="124"/>
          <ac:picMkLst>
            <pc:docMk/>
            <pc:sldMk cId="358692100" sldId="263"/>
            <ac:picMk id="2" creationId="{7B9AF2F4-EF40-4C71-EF50-663213B28040}"/>
          </ac:picMkLst>
        </pc:picChg>
        <pc:picChg chg="add del mod">
          <ac:chgData name="Bryan Hardy" userId="bd642fe9-3e7d-4b63-a6ec-b420d77e9a26" providerId="ADAL" clId="{9912FA75-93EA-4553-A852-4C2938A69C12}" dt="2025-10-01T07:55:33.497" v="964" actId="478"/>
          <ac:picMkLst>
            <pc:docMk/>
            <pc:sldMk cId="358692100" sldId="263"/>
            <ac:picMk id="4" creationId="{F8DE6B9A-5DF8-7A49-99E7-DF0016D118CA}"/>
          </ac:picMkLst>
        </pc:picChg>
      </pc:sldChg>
      <pc:sldChg chg="addSp delSp modSp del mod">
        <pc:chgData name="Bryan Hardy" userId="bd642fe9-3e7d-4b63-a6ec-b420d77e9a26" providerId="ADAL" clId="{9912FA75-93EA-4553-A852-4C2938A69C12}" dt="2025-09-03T06:56:34.350" v="190" actId="2696"/>
        <pc:sldMkLst>
          <pc:docMk/>
          <pc:sldMk cId="570406508" sldId="264"/>
        </pc:sldMkLst>
      </pc:sldChg>
      <pc:sldChg chg="addSp delSp modSp del mod">
        <pc:chgData name="Bryan Hardy" userId="bd642fe9-3e7d-4b63-a6ec-b420d77e9a26" providerId="ADAL" clId="{9912FA75-93EA-4553-A852-4C2938A69C12}" dt="2025-09-03T06:56:34.350" v="190" actId="2696"/>
        <pc:sldMkLst>
          <pc:docMk/>
          <pc:sldMk cId="1867930224" sldId="265"/>
        </pc:sldMkLst>
      </pc:sldChg>
      <pc:sldChg chg="addSp delSp modSp del mod">
        <pc:chgData name="Bryan Hardy" userId="bd642fe9-3e7d-4b63-a6ec-b420d77e9a26" providerId="ADAL" clId="{9912FA75-93EA-4553-A852-4C2938A69C12}" dt="2025-09-03T06:56:34.350" v="190" actId="2696"/>
        <pc:sldMkLst>
          <pc:docMk/>
          <pc:sldMk cId="1959317676" sldId="266"/>
        </pc:sldMkLst>
      </pc:sldChg>
      <pc:sldChg chg="addSp delSp modSp del mod">
        <pc:chgData name="Bryan Hardy" userId="bd642fe9-3e7d-4b63-a6ec-b420d77e9a26" providerId="ADAL" clId="{9912FA75-93EA-4553-A852-4C2938A69C12}" dt="2025-09-03T06:56:34.350" v="190" actId="2696"/>
        <pc:sldMkLst>
          <pc:docMk/>
          <pc:sldMk cId="1172348319" sldId="267"/>
        </pc:sldMkLst>
      </pc:sldChg>
      <pc:sldChg chg="addSp modSp mod">
        <pc:chgData name="Bryan Hardy" userId="bd642fe9-3e7d-4b63-a6ec-b420d77e9a26" providerId="ADAL" clId="{9912FA75-93EA-4553-A852-4C2938A69C12}" dt="2025-10-01T07:51:16.656" v="941" actId="20577"/>
        <pc:sldMkLst>
          <pc:docMk/>
          <pc:sldMk cId="3130925624" sldId="268"/>
        </pc:sldMkLst>
        <pc:spChg chg="mod">
          <ac:chgData name="Bryan Hardy" userId="bd642fe9-3e7d-4b63-a6ec-b420d77e9a26" providerId="ADAL" clId="{9912FA75-93EA-4553-A852-4C2938A69C12}" dt="2025-10-01T07:51:16.656" v="941" actId="20577"/>
          <ac:spMkLst>
            <pc:docMk/>
            <pc:sldMk cId="3130925624" sldId="268"/>
            <ac:spMk id="7" creationId="{F7174B30-D954-8389-385E-5F23AD65BBAC}"/>
          </ac:spMkLst>
        </pc:spChg>
        <pc:spChg chg="mod">
          <ac:chgData name="Bryan Hardy" userId="bd642fe9-3e7d-4b63-a6ec-b420d77e9a26" providerId="ADAL" clId="{9912FA75-93EA-4553-A852-4C2938A69C12}" dt="2025-09-03T06:50:07.052" v="136" actId="20577"/>
          <ac:spMkLst>
            <pc:docMk/>
            <pc:sldMk cId="3130925624" sldId="268"/>
            <ac:spMk id="11" creationId="{82EAA2F0-26EA-3F4A-05B4-FA9448ECEE1A}"/>
          </ac:spMkLst>
        </pc:spChg>
        <pc:picChg chg="add mod">
          <ac:chgData name="Bryan Hardy" userId="bd642fe9-3e7d-4b63-a6ec-b420d77e9a26" providerId="ADAL" clId="{9912FA75-93EA-4553-A852-4C2938A69C12}" dt="2025-09-03T06:49:15.312" v="121"/>
          <ac:picMkLst>
            <pc:docMk/>
            <pc:sldMk cId="3130925624" sldId="268"/>
            <ac:picMk id="2" creationId="{90C081CA-D005-3067-B00D-D789C7726091}"/>
          </ac:picMkLst>
        </pc:picChg>
      </pc:sldChg>
      <pc:sldChg chg="addSp modSp del">
        <pc:chgData name="Bryan Hardy" userId="bd642fe9-3e7d-4b63-a6ec-b420d77e9a26" providerId="ADAL" clId="{9912FA75-93EA-4553-A852-4C2938A69C12}" dt="2025-09-03T06:50:17.587" v="137" actId="47"/>
        <pc:sldMkLst>
          <pc:docMk/>
          <pc:sldMk cId="136560327" sldId="269"/>
        </pc:sldMkLst>
      </pc:sldChg>
      <pc:sldChg chg="addSp delSp modSp add mod">
        <pc:chgData name="Bryan Hardy" userId="bd642fe9-3e7d-4b63-a6ec-b420d77e9a26" providerId="ADAL" clId="{9912FA75-93EA-4553-A852-4C2938A69C12}" dt="2025-10-01T07:50:08.254" v="912" actId="207"/>
        <pc:sldMkLst>
          <pc:docMk/>
          <pc:sldMk cId="4214346486" sldId="269"/>
        </pc:sldMkLst>
        <pc:spChg chg="add mod">
          <ac:chgData name="Bryan Hardy" userId="bd642fe9-3e7d-4b63-a6ec-b420d77e9a26" providerId="ADAL" clId="{9912FA75-93EA-4553-A852-4C2938A69C12}" dt="2025-10-01T07:50:08.254" v="912" actId="207"/>
          <ac:spMkLst>
            <pc:docMk/>
            <pc:sldMk cId="4214346486" sldId="269"/>
            <ac:spMk id="2" creationId="{CC92FDD4-8598-C7DF-9355-A513049C34BB}"/>
          </ac:spMkLst>
        </pc:spChg>
        <pc:picChg chg="del">
          <ac:chgData name="Bryan Hardy" userId="bd642fe9-3e7d-4b63-a6ec-b420d77e9a26" providerId="ADAL" clId="{9912FA75-93EA-4553-A852-4C2938A69C12}" dt="2025-10-01T07:47:16.331" v="290" actId="478"/>
          <ac:picMkLst>
            <pc:docMk/>
            <pc:sldMk cId="4214346486" sldId="269"/>
            <ac:picMk id="7" creationId="{C5AA88B3-E189-4A9C-2DB8-5BF2CBBE883D}"/>
          </ac:picMkLst>
        </pc:picChg>
      </pc:sldChg>
      <pc:sldChg chg="addSp modSp add mod">
        <pc:chgData name="Bryan Hardy" userId="bd642fe9-3e7d-4b63-a6ec-b420d77e9a26" providerId="ADAL" clId="{9912FA75-93EA-4553-A852-4C2938A69C12}" dt="2025-10-01T07:55:17.400" v="949" actId="14100"/>
        <pc:sldMkLst>
          <pc:docMk/>
          <pc:sldMk cId="1264709392" sldId="270"/>
        </pc:sldMkLst>
        <pc:spChg chg="mod">
          <ac:chgData name="Bryan Hardy" userId="bd642fe9-3e7d-4b63-a6ec-b420d77e9a26" providerId="ADAL" clId="{9912FA75-93EA-4553-A852-4C2938A69C12}" dt="2025-10-01T07:55:07.484" v="946" actId="207"/>
          <ac:spMkLst>
            <pc:docMk/>
            <pc:sldMk cId="1264709392" sldId="270"/>
            <ac:spMk id="11" creationId="{968F8A33-D901-74CF-DFD9-6A464478D363}"/>
          </ac:spMkLst>
        </pc:spChg>
        <pc:graphicFrameChg chg="add mod">
          <ac:chgData name="Bryan Hardy" userId="bd642fe9-3e7d-4b63-a6ec-b420d77e9a26" providerId="ADAL" clId="{9912FA75-93EA-4553-A852-4C2938A69C12}" dt="2025-10-01T07:54:33.127" v="943"/>
          <ac:graphicFrameMkLst>
            <pc:docMk/>
            <pc:sldMk cId="1264709392" sldId="270"/>
            <ac:graphicFrameMk id="3" creationId="{3C689A3A-C5F5-C285-EE61-CBC22AF48604}"/>
          </ac:graphicFrameMkLst>
        </pc:graphicFrameChg>
        <pc:picChg chg="add mod">
          <ac:chgData name="Bryan Hardy" userId="bd642fe9-3e7d-4b63-a6ec-b420d77e9a26" providerId="ADAL" clId="{9912FA75-93EA-4553-A852-4C2938A69C12}" dt="2025-10-01T07:55:17.400" v="949" actId="14100"/>
          <ac:picMkLst>
            <pc:docMk/>
            <pc:sldMk cId="1264709392" sldId="270"/>
            <ac:picMk id="5" creationId="{7AA2CAD3-FC54-83EE-71DA-D6BD5EAEABF7}"/>
          </ac:picMkLst>
        </pc:picChg>
      </pc:sldChg>
    </pc:docChg>
  </pc:docChgLst>
  <pc:docChgLst>
    <pc:chgData name="Bryan Hardy" userId="bd642fe9-3e7d-4b63-a6ec-b420d77e9a26" providerId="ADAL" clId="{F0C45F7B-96DA-4140-9E3F-CE20D4812ACD}"/>
    <pc:docChg chg="undo custSel addSld delSld modSld sldOrd">
      <pc:chgData name="Bryan Hardy" userId="bd642fe9-3e7d-4b63-a6ec-b420d77e9a26" providerId="ADAL" clId="{F0C45F7B-96DA-4140-9E3F-CE20D4812ACD}" dt="2025-08-04T08:03:49.244" v="1096" actId="1076"/>
      <pc:docMkLst>
        <pc:docMk/>
      </pc:docMkLst>
      <pc:sldChg chg="delSp modSp mod">
        <pc:chgData name="Bryan Hardy" userId="bd642fe9-3e7d-4b63-a6ec-b420d77e9a26" providerId="ADAL" clId="{F0C45F7B-96DA-4140-9E3F-CE20D4812ACD}" dt="2025-08-04T07:37:31.784" v="13" actId="20577"/>
        <pc:sldMkLst>
          <pc:docMk/>
          <pc:sldMk cId="1630784187" sldId="256"/>
        </pc:sldMkLst>
      </pc:sldChg>
      <pc:sldChg chg="addSp delSp modSp mod">
        <pc:chgData name="Bryan Hardy" userId="bd642fe9-3e7d-4b63-a6ec-b420d77e9a26" providerId="ADAL" clId="{F0C45F7B-96DA-4140-9E3F-CE20D4812ACD}" dt="2025-08-04T07:49:23.357" v="554" actId="404"/>
        <pc:sldMkLst>
          <pc:docMk/>
          <pc:sldMk cId="1966422359" sldId="257"/>
        </pc:sldMkLst>
      </pc:sldChg>
      <pc:sldChg chg="addSp delSp modSp mod">
        <pc:chgData name="Bryan Hardy" userId="bd642fe9-3e7d-4b63-a6ec-b420d77e9a26" providerId="ADAL" clId="{F0C45F7B-96DA-4140-9E3F-CE20D4812ACD}" dt="2025-08-04T07:46:32.945" v="539" actId="207"/>
        <pc:sldMkLst>
          <pc:docMk/>
          <pc:sldMk cId="4104241081" sldId="258"/>
        </pc:sldMkLst>
      </pc:sldChg>
      <pc:sldChg chg="del">
        <pc:chgData name="Bryan Hardy" userId="bd642fe9-3e7d-4b63-a6ec-b420d77e9a26" providerId="ADAL" clId="{F0C45F7B-96DA-4140-9E3F-CE20D4812ACD}" dt="2025-08-04T07:49:09.418" v="552" actId="2696"/>
        <pc:sldMkLst>
          <pc:docMk/>
          <pc:sldMk cId="266922781" sldId="259"/>
        </pc:sldMkLst>
      </pc:sldChg>
      <pc:sldChg chg="del">
        <pc:chgData name="Bryan Hardy" userId="bd642fe9-3e7d-4b63-a6ec-b420d77e9a26" providerId="ADAL" clId="{F0C45F7B-96DA-4140-9E3F-CE20D4812ACD}" dt="2025-08-04T07:49:11.158" v="553" actId="2696"/>
        <pc:sldMkLst>
          <pc:docMk/>
          <pc:sldMk cId="700076614" sldId="260"/>
        </pc:sldMkLst>
      </pc:sldChg>
      <pc:sldChg chg="addSp delSp modSp mod">
        <pc:chgData name="Bryan Hardy" userId="bd642fe9-3e7d-4b63-a6ec-b420d77e9a26" providerId="ADAL" clId="{F0C45F7B-96DA-4140-9E3F-CE20D4812ACD}" dt="2025-08-04T07:48:41.035" v="551" actId="1076"/>
        <pc:sldMkLst>
          <pc:docMk/>
          <pc:sldMk cId="3136127836" sldId="261"/>
        </pc:sldMkLst>
      </pc:sldChg>
      <pc:sldChg chg="addSp delSp modSp add mod">
        <pc:chgData name="Bryan Hardy" userId="bd642fe9-3e7d-4b63-a6ec-b420d77e9a26" providerId="ADAL" clId="{F0C45F7B-96DA-4140-9E3F-CE20D4812ACD}" dt="2025-08-04T07:56:03.993" v="650" actId="404"/>
        <pc:sldMkLst>
          <pc:docMk/>
          <pc:sldMk cId="3643829277" sldId="262"/>
        </pc:sldMkLst>
      </pc:sldChg>
      <pc:sldChg chg="addSp delSp modSp add mod">
        <pc:chgData name="Bryan Hardy" userId="bd642fe9-3e7d-4b63-a6ec-b420d77e9a26" providerId="ADAL" clId="{F0C45F7B-96DA-4140-9E3F-CE20D4812ACD}" dt="2025-08-04T07:53:45.473" v="620" actId="14100"/>
        <pc:sldMkLst>
          <pc:docMk/>
          <pc:sldMk cId="358692100" sldId="263"/>
        </pc:sldMkLst>
      </pc:sldChg>
      <pc:sldChg chg="addSp delSp modSp add mod">
        <pc:chgData name="Bryan Hardy" userId="bd642fe9-3e7d-4b63-a6ec-b420d77e9a26" providerId="ADAL" clId="{F0C45F7B-96DA-4140-9E3F-CE20D4812ACD}" dt="2025-08-04T07:53:37.467" v="617" actId="14100"/>
        <pc:sldMkLst>
          <pc:docMk/>
          <pc:sldMk cId="570406508" sldId="264"/>
        </pc:sldMkLst>
      </pc:sldChg>
      <pc:sldChg chg="addSp delSp modSp add mod">
        <pc:chgData name="Bryan Hardy" userId="bd642fe9-3e7d-4b63-a6ec-b420d77e9a26" providerId="ADAL" clId="{F0C45F7B-96DA-4140-9E3F-CE20D4812ACD}" dt="2025-08-04T07:53:28.369" v="614" actId="14100"/>
        <pc:sldMkLst>
          <pc:docMk/>
          <pc:sldMk cId="1867930224" sldId="265"/>
        </pc:sldMkLst>
      </pc:sldChg>
      <pc:sldChg chg="addSp delSp modSp add mod">
        <pc:chgData name="Bryan Hardy" userId="bd642fe9-3e7d-4b63-a6ec-b420d77e9a26" providerId="ADAL" clId="{F0C45F7B-96DA-4140-9E3F-CE20D4812ACD}" dt="2025-08-04T07:54:25.744" v="627" actId="14100"/>
        <pc:sldMkLst>
          <pc:docMk/>
          <pc:sldMk cId="1959317676" sldId="266"/>
        </pc:sldMkLst>
      </pc:sldChg>
      <pc:sldChg chg="addSp delSp modSp add mod">
        <pc:chgData name="Bryan Hardy" userId="bd642fe9-3e7d-4b63-a6ec-b420d77e9a26" providerId="ADAL" clId="{F0C45F7B-96DA-4140-9E3F-CE20D4812ACD}" dt="2025-08-04T07:55:05.875" v="635" actId="14100"/>
        <pc:sldMkLst>
          <pc:docMk/>
          <pc:sldMk cId="1172348319" sldId="267"/>
        </pc:sldMkLst>
      </pc:sldChg>
      <pc:sldChg chg="addSp delSp modSp add mod ord">
        <pc:chgData name="Bryan Hardy" userId="bd642fe9-3e7d-4b63-a6ec-b420d77e9a26" providerId="ADAL" clId="{F0C45F7B-96DA-4140-9E3F-CE20D4812ACD}" dt="2025-08-04T08:03:49.244" v="1096" actId="1076"/>
        <pc:sldMkLst>
          <pc:docMk/>
          <pc:sldMk cId="3130925624" sldId="268"/>
        </pc:sldMkLst>
      </pc:sldChg>
      <pc:sldChg chg="addSp delSp modSp add mod">
        <pc:chgData name="Bryan Hardy" userId="bd642fe9-3e7d-4b63-a6ec-b420d77e9a26" providerId="ADAL" clId="{F0C45F7B-96DA-4140-9E3F-CE20D4812ACD}" dt="2025-08-04T08:03:07.892" v="1091" actId="14100"/>
        <pc:sldMkLst>
          <pc:docMk/>
          <pc:sldMk cId="136560327"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82D0D-9B72-4189-AEA3-59E53EFAC850}" type="datetimeFigureOut">
              <a:rPr lang="en-GB" smtClean="0"/>
              <a:t>02/12/2025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938454-7641-4DA8-A084-F62BA6B6E22A}" type="slidenum">
              <a:rPr lang="en-GB" smtClean="0"/>
              <a:t>‹#›</a:t>
            </a:fld>
            <a:endParaRPr lang="en-GB"/>
          </a:p>
        </p:txBody>
      </p:sp>
    </p:spTree>
    <p:extLst>
      <p:ext uri="{BB962C8B-B14F-4D97-AF65-F5344CB8AC3E}">
        <p14:creationId xmlns:p14="http://schemas.microsoft.com/office/powerpoint/2010/main" val="2259412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938454-7641-4DA8-A084-F62BA6B6E22A}" type="slidenum">
              <a:rPr lang="en-GB" smtClean="0"/>
              <a:t>4</a:t>
            </a:fld>
            <a:endParaRPr lang="en-GB"/>
          </a:p>
        </p:txBody>
      </p:sp>
    </p:spTree>
    <p:extLst>
      <p:ext uri="{BB962C8B-B14F-4D97-AF65-F5344CB8AC3E}">
        <p14:creationId xmlns:p14="http://schemas.microsoft.com/office/powerpoint/2010/main" val="2047969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938454-7641-4DA8-A084-F62BA6B6E22A}" type="slidenum">
              <a:rPr lang="en-GB" smtClean="0"/>
              <a:t>5</a:t>
            </a:fld>
            <a:endParaRPr lang="en-GB"/>
          </a:p>
        </p:txBody>
      </p:sp>
    </p:spTree>
    <p:extLst>
      <p:ext uri="{BB962C8B-B14F-4D97-AF65-F5344CB8AC3E}">
        <p14:creationId xmlns:p14="http://schemas.microsoft.com/office/powerpoint/2010/main" val="1229183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B938454-7641-4DA8-A084-F62BA6B6E22A}" type="slidenum">
              <a:rPr lang="en-GB" smtClean="0"/>
              <a:t>11</a:t>
            </a:fld>
            <a:endParaRPr lang="en-GB"/>
          </a:p>
        </p:txBody>
      </p:sp>
    </p:spTree>
    <p:extLst>
      <p:ext uri="{BB962C8B-B14F-4D97-AF65-F5344CB8AC3E}">
        <p14:creationId xmlns:p14="http://schemas.microsoft.com/office/powerpoint/2010/main" val="1830630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0A88-813E-0D10-4265-DA2F26DA3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5DEF2-F476-D71C-8D44-FB3C0F841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39B95-E12A-D0D7-9EBE-9729F9B3438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E7053EE-BD3D-622F-F3A2-B70F8930DA37}"/>
              </a:ext>
            </a:extLst>
          </p:cNvPr>
          <p:cNvSpPr>
            <a:spLocks noGrp="1"/>
          </p:cNvSpPr>
          <p:nvPr>
            <p:ph type="sldNum" sz="quarter" idx="5"/>
          </p:nvPr>
        </p:nvSpPr>
        <p:spPr/>
        <p:txBody>
          <a:bodyPr/>
          <a:lstStyle/>
          <a:p>
            <a:fld id="{3B938454-7641-4DA8-A084-F62BA6B6E22A}" type="slidenum">
              <a:rPr lang="en-GB" smtClean="0"/>
              <a:t>12</a:t>
            </a:fld>
            <a:endParaRPr lang="en-GB"/>
          </a:p>
        </p:txBody>
      </p:sp>
    </p:spTree>
    <p:extLst>
      <p:ext uri="{BB962C8B-B14F-4D97-AF65-F5344CB8AC3E}">
        <p14:creationId xmlns:p14="http://schemas.microsoft.com/office/powerpoint/2010/main" val="4019378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ADCB6-2D75-0915-76D1-0B12762DF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334A0-5B4B-21F6-D29F-42A2E5161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7C555-D4C9-DA22-BA03-302AFF6E868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0489DDA-9C39-0C91-4EEC-19D5ED94E6E7}"/>
              </a:ext>
            </a:extLst>
          </p:cNvPr>
          <p:cNvSpPr>
            <a:spLocks noGrp="1"/>
          </p:cNvSpPr>
          <p:nvPr>
            <p:ph type="sldNum" sz="quarter" idx="5"/>
          </p:nvPr>
        </p:nvSpPr>
        <p:spPr/>
        <p:txBody>
          <a:bodyPr/>
          <a:lstStyle/>
          <a:p>
            <a:fld id="{3B938454-7641-4DA8-A084-F62BA6B6E22A}" type="slidenum">
              <a:rPr lang="en-GB" smtClean="0"/>
              <a:t>13</a:t>
            </a:fld>
            <a:endParaRPr lang="en-GB"/>
          </a:p>
        </p:txBody>
      </p:sp>
    </p:spTree>
    <p:extLst>
      <p:ext uri="{BB962C8B-B14F-4D97-AF65-F5344CB8AC3E}">
        <p14:creationId xmlns:p14="http://schemas.microsoft.com/office/powerpoint/2010/main" val="1774448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7A25-3F37-54DE-CA60-3833FBD8F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24B1D-C2D1-D50C-57EE-761179B47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4BFB4-34CC-C60B-AD9A-013FF9F2646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389BAF-61FC-EDEE-5D9B-B2C58C505C03}"/>
              </a:ext>
            </a:extLst>
          </p:cNvPr>
          <p:cNvSpPr>
            <a:spLocks noGrp="1"/>
          </p:cNvSpPr>
          <p:nvPr>
            <p:ph type="sldNum" sz="quarter" idx="5"/>
          </p:nvPr>
        </p:nvSpPr>
        <p:spPr/>
        <p:txBody>
          <a:bodyPr/>
          <a:lstStyle/>
          <a:p>
            <a:fld id="{3B938454-7641-4DA8-A084-F62BA6B6E22A}" type="slidenum">
              <a:rPr lang="en-GB" smtClean="0"/>
              <a:t>14</a:t>
            </a:fld>
            <a:endParaRPr lang="en-GB"/>
          </a:p>
        </p:txBody>
      </p:sp>
    </p:spTree>
    <p:extLst>
      <p:ext uri="{BB962C8B-B14F-4D97-AF65-F5344CB8AC3E}">
        <p14:creationId xmlns:p14="http://schemas.microsoft.com/office/powerpoint/2010/main" val="3195408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D42A6-300F-17F7-D4CB-C2740B576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39BDE-BE02-DF49-24CE-E88F67528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2EE9E-B4B8-C1DA-6470-C94621784D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92D27F9-AB27-8D2A-394C-2164F43C281E}"/>
              </a:ext>
            </a:extLst>
          </p:cNvPr>
          <p:cNvSpPr>
            <a:spLocks noGrp="1"/>
          </p:cNvSpPr>
          <p:nvPr>
            <p:ph type="sldNum" sz="quarter" idx="5"/>
          </p:nvPr>
        </p:nvSpPr>
        <p:spPr/>
        <p:txBody>
          <a:bodyPr/>
          <a:lstStyle/>
          <a:p>
            <a:fld id="{3B938454-7641-4DA8-A084-F62BA6B6E22A}" type="slidenum">
              <a:rPr lang="en-GB" smtClean="0"/>
              <a:t>15</a:t>
            </a:fld>
            <a:endParaRPr lang="en-GB"/>
          </a:p>
        </p:txBody>
      </p:sp>
    </p:spTree>
    <p:extLst>
      <p:ext uri="{BB962C8B-B14F-4D97-AF65-F5344CB8AC3E}">
        <p14:creationId xmlns:p14="http://schemas.microsoft.com/office/powerpoint/2010/main" val="1772868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41BF-3414-D111-61C2-1E41A6842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9D89E-A162-0C4B-F14F-A1037A9E0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7E08A-8066-7A4D-37DB-ACE64066345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E815C58-6B69-5C31-1F71-132604F7FB1B}"/>
              </a:ext>
            </a:extLst>
          </p:cNvPr>
          <p:cNvSpPr>
            <a:spLocks noGrp="1"/>
          </p:cNvSpPr>
          <p:nvPr>
            <p:ph type="sldNum" sz="quarter" idx="5"/>
          </p:nvPr>
        </p:nvSpPr>
        <p:spPr/>
        <p:txBody>
          <a:bodyPr/>
          <a:lstStyle/>
          <a:p>
            <a:fld id="{3B938454-7641-4DA8-A084-F62BA6B6E22A}" type="slidenum">
              <a:rPr lang="en-GB" smtClean="0"/>
              <a:t>16</a:t>
            </a:fld>
            <a:endParaRPr lang="en-GB"/>
          </a:p>
        </p:txBody>
      </p:sp>
    </p:spTree>
    <p:extLst>
      <p:ext uri="{BB962C8B-B14F-4D97-AF65-F5344CB8AC3E}">
        <p14:creationId xmlns:p14="http://schemas.microsoft.com/office/powerpoint/2010/main" val="223008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47E1-6707-E781-FFFF-DFB131C21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BBA26-ECA8-B21F-BB42-90A8B4E01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5B49C-DDC5-58D9-380D-BC3B041E28A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9C7D1BC-A8C7-A4D1-86D7-2EE5C8900691}"/>
              </a:ext>
            </a:extLst>
          </p:cNvPr>
          <p:cNvSpPr>
            <a:spLocks noGrp="1"/>
          </p:cNvSpPr>
          <p:nvPr>
            <p:ph type="sldNum" sz="quarter" idx="5"/>
          </p:nvPr>
        </p:nvSpPr>
        <p:spPr/>
        <p:txBody>
          <a:bodyPr/>
          <a:lstStyle/>
          <a:p>
            <a:fld id="{3B938454-7641-4DA8-A084-F62BA6B6E22A}" type="slidenum">
              <a:rPr lang="en-GB" smtClean="0"/>
              <a:t>17</a:t>
            </a:fld>
            <a:endParaRPr lang="en-GB"/>
          </a:p>
        </p:txBody>
      </p:sp>
    </p:spTree>
    <p:extLst>
      <p:ext uri="{BB962C8B-B14F-4D97-AF65-F5344CB8AC3E}">
        <p14:creationId xmlns:p14="http://schemas.microsoft.com/office/powerpoint/2010/main" val="1041047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73649-9AED-55A9-B204-14AEE745B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48315-90A9-F13C-FEC8-3B05896DC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FCF45-E7A8-BADF-F6AF-1AE08B3ADF3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9F3B908-8F2B-6EE0-9817-EDEBFDD8BC55}"/>
              </a:ext>
            </a:extLst>
          </p:cNvPr>
          <p:cNvSpPr>
            <a:spLocks noGrp="1"/>
          </p:cNvSpPr>
          <p:nvPr>
            <p:ph type="sldNum" sz="quarter" idx="5"/>
          </p:nvPr>
        </p:nvSpPr>
        <p:spPr/>
        <p:txBody>
          <a:bodyPr/>
          <a:lstStyle/>
          <a:p>
            <a:fld id="{3B938454-7641-4DA8-A084-F62BA6B6E22A}" type="slidenum">
              <a:rPr lang="en-GB" smtClean="0"/>
              <a:t>18</a:t>
            </a:fld>
            <a:endParaRPr lang="en-GB"/>
          </a:p>
        </p:txBody>
      </p:sp>
    </p:spTree>
    <p:extLst>
      <p:ext uri="{BB962C8B-B14F-4D97-AF65-F5344CB8AC3E}">
        <p14:creationId xmlns:p14="http://schemas.microsoft.com/office/powerpoint/2010/main" val="2634083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7384E-AEC6-BCF5-C5BF-A9C744F7F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3470A-E363-DC36-827B-0D17EF7944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E1DE2-222B-D66E-B19E-DDBED567FD9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52068E-8154-1958-5D2E-3606835FCF61}"/>
              </a:ext>
            </a:extLst>
          </p:cNvPr>
          <p:cNvSpPr>
            <a:spLocks noGrp="1"/>
          </p:cNvSpPr>
          <p:nvPr>
            <p:ph type="sldNum" sz="quarter" idx="5"/>
          </p:nvPr>
        </p:nvSpPr>
        <p:spPr/>
        <p:txBody>
          <a:bodyPr/>
          <a:lstStyle/>
          <a:p>
            <a:fld id="{3B938454-7641-4DA8-A084-F62BA6B6E22A}" type="slidenum">
              <a:rPr lang="en-GB" smtClean="0"/>
              <a:t>19</a:t>
            </a:fld>
            <a:endParaRPr lang="en-GB"/>
          </a:p>
        </p:txBody>
      </p:sp>
    </p:spTree>
    <p:extLst>
      <p:ext uri="{BB962C8B-B14F-4D97-AF65-F5344CB8AC3E}">
        <p14:creationId xmlns:p14="http://schemas.microsoft.com/office/powerpoint/2010/main" val="572009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9CAB8-74C9-A0CA-3316-8793FEB3E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21DEB-CA01-698A-F262-A970E211C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CFDCB-DED2-110F-CCE1-55F5428A272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080C584-1B1C-1218-7512-09031F6DBD30}"/>
              </a:ext>
            </a:extLst>
          </p:cNvPr>
          <p:cNvSpPr>
            <a:spLocks noGrp="1"/>
          </p:cNvSpPr>
          <p:nvPr>
            <p:ph type="sldNum" sz="quarter" idx="5"/>
          </p:nvPr>
        </p:nvSpPr>
        <p:spPr/>
        <p:txBody>
          <a:bodyPr/>
          <a:lstStyle/>
          <a:p>
            <a:fld id="{3B938454-7641-4DA8-A084-F62BA6B6E22A}" type="slidenum">
              <a:rPr lang="en-GB" smtClean="0"/>
              <a:t>20</a:t>
            </a:fld>
            <a:endParaRPr lang="en-GB"/>
          </a:p>
        </p:txBody>
      </p:sp>
    </p:spTree>
    <p:extLst>
      <p:ext uri="{BB962C8B-B14F-4D97-AF65-F5344CB8AC3E}">
        <p14:creationId xmlns:p14="http://schemas.microsoft.com/office/powerpoint/2010/main" val="3144788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6346-CC68-FE9B-8D51-6BF32F0B1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3E489-4485-34E3-68A9-7A8ED27C8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9AE73-DEEF-AD35-5A55-04F986E0799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148F5F-1A3E-02CB-E854-580925C27FEC}"/>
              </a:ext>
            </a:extLst>
          </p:cNvPr>
          <p:cNvSpPr>
            <a:spLocks noGrp="1"/>
          </p:cNvSpPr>
          <p:nvPr>
            <p:ph type="sldNum" sz="quarter" idx="5"/>
          </p:nvPr>
        </p:nvSpPr>
        <p:spPr/>
        <p:txBody>
          <a:bodyPr/>
          <a:lstStyle/>
          <a:p>
            <a:fld id="{3B938454-7641-4DA8-A084-F62BA6B6E22A}" type="slidenum">
              <a:rPr lang="en-GB" smtClean="0"/>
              <a:t>21</a:t>
            </a:fld>
            <a:endParaRPr lang="en-GB"/>
          </a:p>
        </p:txBody>
      </p:sp>
    </p:spTree>
    <p:extLst>
      <p:ext uri="{BB962C8B-B14F-4D97-AF65-F5344CB8AC3E}">
        <p14:creationId xmlns:p14="http://schemas.microsoft.com/office/powerpoint/2010/main" val="1469388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54ED2-9581-9A4D-2968-67DFED9AF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46DC9-F2FB-2317-8F25-D8D635B9CD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0BF407-DC1E-03E4-A856-FBA8CBEB9B3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4E962CC-F80F-0B9E-4EE9-0D38E2F85C56}"/>
              </a:ext>
            </a:extLst>
          </p:cNvPr>
          <p:cNvSpPr>
            <a:spLocks noGrp="1"/>
          </p:cNvSpPr>
          <p:nvPr>
            <p:ph type="sldNum" sz="quarter" idx="5"/>
          </p:nvPr>
        </p:nvSpPr>
        <p:spPr/>
        <p:txBody>
          <a:bodyPr/>
          <a:lstStyle/>
          <a:p>
            <a:fld id="{3B938454-7641-4DA8-A084-F62BA6B6E22A}" type="slidenum">
              <a:rPr lang="en-GB" smtClean="0"/>
              <a:t>22</a:t>
            </a:fld>
            <a:endParaRPr lang="en-GB"/>
          </a:p>
        </p:txBody>
      </p:sp>
    </p:spTree>
    <p:extLst>
      <p:ext uri="{BB962C8B-B14F-4D97-AF65-F5344CB8AC3E}">
        <p14:creationId xmlns:p14="http://schemas.microsoft.com/office/powerpoint/2010/main" val="2165964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B11F7-CB40-6FCB-3F2E-D30AA440D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23D6E-644D-1791-9CAB-BEBD065F2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2AE56-088E-0240-845D-A084C1BABC0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EED229-E4CC-8CBC-C947-F83CC99F8452}"/>
              </a:ext>
            </a:extLst>
          </p:cNvPr>
          <p:cNvSpPr>
            <a:spLocks noGrp="1"/>
          </p:cNvSpPr>
          <p:nvPr>
            <p:ph type="sldNum" sz="quarter" idx="5"/>
          </p:nvPr>
        </p:nvSpPr>
        <p:spPr/>
        <p:txBody>
          <a:bodyPr/>
          <a:lstStyle/>
          <a:p>
            <a:fld id="{3B938454-7641-4DA8-A084-F62BA6B6E22A}" type="slidenum">
              <a:rPr lang="en-GB" smtClean="0"/>
              <a:t>23</a:t>
            </a:fld>
            <a:endParaRPr lang="en-GB"/>
          </a:p>
        </p:txBody>
      </p:sp>
    </p:spTree>
    <p:extLst>
      <p:ext uri="{BB962C8B-B14F-4D97-AF65-F5344CB8AC3E}">
        <p14:creationId xmlns:p14="http://schemas.microsoft.com/office/powerpoint/2010/main" val="736770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86CA2-8BE7-1CF4-39F7-650FAD8A7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7141B-CE62-120C-458F-55484BEA3A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A557F-608B-23A9-651A-D7394992450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82D20A2-7AEB-1282-616C-1E14A6D51231}"/>
              </a:ext>
            </a:extLst>
          </p:cNvPr>
          <p:cNvSpPr>
            <a:spLocks noGrp="1"/>
          </p:cNvSpPr>
          <p:nvPr>
            <p:ph type="sldNum" sz="quarter" idx="5"/>
          </p:nvPr>
        </p:nvSpPr>
        <p:spPr/>
        <p:txBody>
          <a:bodyPr/>
          <a:lstStyle/>
          <a:p>
            <a:fld id="{3B938454-7641-4DA8-A084-F62BA6B6E22A}" type="slidenum">
              <a:rPr lang="en-GB" smtClean="0"/>
              <a:t>24</a:t>
            </a:fld>
            <a:endParaRPr lang="en-GB"/>
          </a:p>
        </p:txBody>
      </p:sp>
    </p:spTree>
    <p:extLst>
      <p:ext uri="{BB962C8B-B14F-4D97-AF65-F5344CB8AC3E}">
        <p14:creationId xmlns:p14="http://schemas.microsoft.com/office/powerpoint/2010/main" val="1477719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6C4E0-DD4E-54C9-1EE7-DEA6FC6E3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97F61C-7E17-108B-D32B-964794DA3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E0174-529F-16DA-9847-32898014A90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B88D3AE-5B73-8E97-77E7-071ED6C50C4A}"/>
              </a:ext>
            </a:extLst>
          </p:cNvPr>
          <p:cNvSpPr>
            <a:spLocks noGrp="1"/>
          </p:cNvSpPr>
          <p:nvPr>
            <p:ph type="sldNum" sz="quarter" idx="5"/>
          </p:nvPr>
        </p:nvSpPr>
        <p:spPr/>
        <p:txBody>
          <a:bodyPr/>
          <a:lstStyle/>
          <a:p>
            <a:fld id="{3B938454-7641-4DA8-A084-F62BA6B6E22A}" type="slidenum">
              <a:rPr lang="en-GB" smtClean="0"/>
              <a:t>25</a:t>
            </a:fld>
            <a:endParaRPr lang="en-GB"/>
          </a:p>
        </p:txBody>
      </p:sp>
    </p:spTree>
    <p:extLst>
      <p:ext uri="{BB962C8B-B14F-4D97-AF65-F5344CB8AC3E}">
        <p14:creationId xmlns:p14="http://schemas.microsoft.com/office/powerpoint/2010/main" val="21075829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484D-9E38-C97C-387D-6A887BD123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E71A6-98BE-EFE0-B5D6-DF271640F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BB0FC-B7CF-68C3-D74E-9118DCFD1FF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A20DA64-6ECD-B79D-A108-9A70230AC34C}"/>
              </a:ext>
            </a:extLst>
          </p:cNvPr>
          <p:cNvSpPr>
            <a:spLocks noGrp="1"/>
          </p:cNvSpPr>
          <p:nvPr>
            <p:ph type="sldNum" sz="quarter" idx="5"/>
          </p:nvPr>
        </p:nvSpPr>
        <p:spPr/>
        <p:txBody>
          <a:bodyPr/>
          <a:lstStyle/>
          <a:p>
            <a:fld id="{3B938454-7641-4DA8-A084-F62BA6B6E22A}" type="slidenum">
              <a:rPr lang="en-GB" smtClean="0"/>
              <a:t>26</a:t>
            </a:fld>
            <a:endParaRPr lang="en-GB"/>
          </a:p>
        </p:txBody>
      </p:sp>
    </p:spTree>
    <p:extLst>
      <p:ext uri="{BB962C8B-B14F-4D97-AF65-F5344CB8AC3E}">
        <p14:creationId xmlns:p14="http://schemas.microsoft.com/office/powerpoint/2010/main" val="1287427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411-179E-8BCD-A1C7-3A534C751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C0CF8-25A4-7333-F3A5-A007F7EF8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4AE3C1-CFF1-42FA-3E74-568E5D298FB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EDD52E3-49CC-A9E1-90CE-D640893B8240}"/>
              </a:ext>
            </a:extLst>
          </p:cNvPr>
          <p:cNvSpPr>
            <a:spLocks noGrp="1"/>
          </p:cNvSpPr>
          <p:nvPr>
            <p:ph type="sldNum" sz="quarter" idx="5"/>
          </p:nvPr>
        </p:nvSpPr>
        <p:spPr/>
        <p:txBody>
          <a:bodyPr/>
          <a:lstStyle/>
          <a:p>
            <a:fld id="{3B938454-7641-4DA8-A084-F62BA6B6E22A}" type="slidenum">
              <a:rPr lang="en-GB" smtClean="0"/>
              <a:t>27</a:t>
            </a:fld>
            <a:endParaRPr lang="en-GB"/>
          </a:p>
        </p:txBody>
      </p:sp>
    </p:spTree>
    <p:extLst>
      <p:ext uri="{BB962C8B-B14F-4D97-AF65-F5344CB8AC3E}">
        <p14:creationId xmlns:p14="http://schemas.microsoft.com/office/powerpoint/2010/main" val="29294074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B31F1-F213-60F0-FF22-A4E659EA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34AF7-3075-DD1B-671E-0BB7A9B3F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C668F-5D7A-5C1E-4B48-4542A6A5C6E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9F9288C-3505-82D9-73FE-89496E779DDD}"/>
              </a:ext>
            </a:extLst>
          </p:cNvPr>
          <p:cNvSpPr>
            <a:spLocks noGrp="1"/>
          </p:cNvSpPr>
          <p:nvPr>
            <p:ph type="sldNum" sz="quarter" idx="5"/>
          </p:nvPr>
        </p:nvSpPr>
        <p:spPr/>
        <p:txBody>
          <a:bodyPr/>
          <a:lstStyle/>
          <a:p>
            <a:fld id="{3B938454-7641-4DA8-A084-F62BA6B6E22A}" type="slidenum">
              <a:rPr lang="en-GB" smtClean="0"/>
              <a:t>28</a:t>
            </a:fld>
            <a:endParaRPr lang="en-GB"/>
          </a:p>
        </p:txBody>
      </p:sp>
    </p:spTree>
    <p:extLst>
      <p:ext uri="{BB962C8B-B14F-4D97-AF65-F5344CB8AC3E}">
        <p14:creationId xmlns:p14="http://schemas.microsoft.com/office/powerpoint/2010/main" val="1819724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0B175-E451-3243-0DF5-D0FF426027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B669A-468D-7E69-C580-DD229B7A4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B5070-3766-076B-4790-1CF76CEC802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1356F7C-0BE1-DA12-E107-5F0DF697F45F}"/>
              </a:ext>
            </a:extLst>
          </p:cNvPr>
          <p:cNvSpPr>
            <a:spLocks noGrp="1"/>
          </p:cNvSpPr>
          <p:nvPr>
            <p:ph type="sldNum" sz="quarter" idx="5"/>
          </p:nvPr>
        </p:nvSpPr>
        <p:spPr/>
        <p:txBody>
          <a:bodyPr/>
          <a:lstStyle/>
          <a:p>
            <a:fld id="{3B938454-7641-4DA8-A084-F62BA6B6E22A}" type="slidenum">
              <a:rPr lang="en-GB" smtClean="0"/>
              <a:t>29</a:t>
            </a:fld>
            <a:endParaRPr lang="en-GB"/>
          </a:p>
        </p:txBody>
      </p:sp>
    </p:spTree>
    <p:extLst>
      <p:ext uri="{BB962C8B-B14F-4D97-AF65-F5344CB8AC3E}">
        <p14:creationId xmlns:p14="http://schemas.microsoft.com/office/powerpoint/2010/main" val="1612326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34AB-8829-8295-E2BE-B0CBDE660C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DF445FC-51F6-59A8-ECA4-A3463E46A1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8EA6732-4E26-C54C-68FA-8537C2238DF8}"/>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BE565790-E348-C121-1051-28FF1C164C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65494C-8D37-9A63-DE00-31AE8C68A677}"/>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3199655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B8053-98DF-E593-4C32-E1B60D224A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764B94-1A0C-1125-572F-F228C82B15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B9118A-313B-4D7A-6F22-36BE6489A7A5}"/>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B5D96BBF-0A3A-1040-59B3-7E359D70EF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8C4E8A-1C6B-1750-D32C-8A0CEB50EA96}"/>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2181559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B0072-A5C3-8995-8F39-5B56B32488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D3C5A28-61D4-3653-0DF5-500A15B7AF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F3DB1C-03E3-15A6-2022-3C6F679F8FDE}"/>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D8564059-AD59-44C0-3070-C495DE6CDF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136738-CF79-4EB9-1C04-20BFBC5AAA53}"/>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33213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AD8B-7EFA-9317-7E4A-BC3403B20BC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2177212-A66E-34D4-BCDC-5A4698361B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FA8A279-C672-9258-BA8B-6E57CEFCE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DBEBE51-8807-CEBA-DE3A-49457FF27CB4}"/>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6" name="Footer Placeholder 5">
            <a:extLst>
              <a:ext uri="{FF2B5EF4-FFF2-40B4-BE49-F238E27FC236}">
                <a16:creationId xmlns:a16="http://schemas.microsoft.com/office/drawing/2014/main" id="{292FD195-EB64-8478-146B-23853D80C84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B852ED-11A9-1AB4-FF51-AFA5F45C7F27}"/>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3472591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DD631-580C-F4EE-7AF5-7C5551F9D49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7698092-C2B0-753D-BDD1-C1E0AFC60F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D00B1E-336C-E2B6-5946-95B529585E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01C44D-7537-418D-6667-7A57E72883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A52A9A-BE87-A0C3-20EE-7C15A54A76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62345F3-3F7E-BAE8-F6EB-A5420F31937B}"/>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8" name="Footer Placeholder 7">
            <a:extLst>
              <a:ext uri="{FF2B5EF4-FFF2-40B4-BE49-F238E27FC236}">
                <a16:creationId xmlns:a16="http://schemas.microsoft.com/office/drawing/2014/main" id="{1C5E4625-C9EF-BFF6-C6D9-5FAC6F5354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0903AFE-8272-AB5B-B833-3559E4CF9518}"/>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4262890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AFF93-31E0-0194-1E93-8CADE35D5E4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2A126DE-CBA4-0C5A-646D-776E3E47967A}"/>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4" name="Footer Placeholder 3">
            <a:extLst>
              <a:ext uri="{FF2B5EF4-FFF2-40B4-BE49-F238E27FC236}">
                <a16:creationId xmlns:a16="http://schemas.microsoft.com/office/drawing/2014/main" id="{8DE75532-FBFE-84A0-A96F-F7332D9B163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87D34DB-F1EF-B4C7-0817-DA7ED7B94918}"/>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102533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FED4BC-9314-AD14-E1D5-9C0382037F85}"/>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3" name="Footer Placeholder 2">
            <a:extLst>
              <a:ext uri="{FF2B5EF4-FFF2-40B4-BE49-F238E27FC236}">
                <a16:creationId xmlns:a16="http://schemas.microsoft.com/office/drawing/2014/main" id="{88311D87-8105-43E1-4489-D5D7F3FD8D5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4642AB-F291-9D0D-EADB-5AB06D1F68A7}"/>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1596011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C77C-724C-D27B-D9BA-E67BFA52BF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13299E3-ECCA-08EB-D8EF-AFEC9A91FC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D09F9ED-BA12-C579-DC0C-5069C6A035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CA64F7-99BA-5784-3084-A45FE39A5ECA}"/>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6" name="Footer Placeholder 5">
            <a:extLst>
              <a:ext uri="{FF2B5EF4-FFF2-40B4-BE49-F238E27FC236}">
                <a16:creationId xmlns:a16="http://schemas.microsoft.com/office/drawing/2014/main" id="{8F560A8D-297B-CC13-819B-4C695A77E35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D612CBE-F949-B3F2-FA2B-299EFE92AA72}"/>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3190473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98257-8F85-7EDD-20A1-0E8AB0505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2E7C8C0-6AE0-33B1-8E20-CD285E90D1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53510D7-7210-0F7E-E6BD-9C712B5B9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2DEB44-05C7-8ED5-DA49-31B7B7F894F2}"/>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6" name="Footer Placeholder 5">
            <a:extLst>
              <a:ext uri="{FF2B5EF4-FFF2-40B4-BE49-F238E27FC236}">
                <a16:creationId xmlns:a16="http://schemas.microsoft.com/office/drawing/2014/main" id="{3EE4AD39-52D3-7BFE-0221-067563E1759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3D080D-1C34-8312-6D9A-0ED0528BDF6E}"/>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2539881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6F26C-AA43-BDB3-FB5A-B8047CAAD2B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469D9F-4F76-B774-4B5F-1B627C408C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B77584-E2EA-28FD-697E-651ACB07E842}"/>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849E16EF-6541-CB0D-3407-CD1E41C2A4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BB54CA-CD34-A55A-12D7-BF1861F527D3}"/>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3350180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1885A1-50F3-BD0B-1352-5866990CEA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1141FF7-5388-373A-4BA5-7A461C13C0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BA7560-2494-4A28-48AB-5C58F405633F}"/>
              </a:ext>
            </a:extLst>
          </p:cNvPr>
          <p:cNvSpPr>
            <a:spLocks noGrp="1"/>
          </p:cNvSpPr>
          <p:nvPr>
            <p:ph type="dt" sz="half" idx="10"/>
          </p:nvPr>
        </p:nvSpPr>
        <p:spPr/>
        <p:txBody>
          <a:body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22B65A92-A1F9-50A3-F364-2033A0E3966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D3669F-2B2D-D146-1291-C6DBEC945541}"/>
              </a:ext>
            </a:extLst>
          </p:cNvPr>
          <p:cNvSpPr>
            <a:spLocks noGrp="1"/>
          </p:cNvSpPr>
          <p:nvPr>
            <p:ph type="sldNum" sz="quarter" idx="12"/>
          </p:nvPr>
        </p:nvSpPr>
        <p:spPr/>
        <p:txBody>
          <a:bodyPr/>
          <a:lstStyle/>
          <a:p>
            <a:fld id="{E651BAD9-491D-4DFB-9CEB-3DCB00B77EAE}" type="slidenum">
              <a:rPr lang="en-GB" smtClean="0"/>
              <a:t>‹#›</a:t>
            </a:fld>
            <a:endParaRPr lang="en-GB"/>
          </a:p>
        </p:txBody>
      </p:sp>
    </p:spTree>
    <p:extLst>
      <p:ext uri="{BB962C8B-B14F-4D97-AF65-F5344CB8AC3E}">
        <p14:creationId xmlns:p14="http://schemas.microsoft.com/office/powerpoint/2010/main" val="57267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04A2D4-7E2D-498F-D530-F9E8E0E80F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09F1E16-811E-C915-E812-25D26004FB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DA0F257-9301-2108-A43D-7BB727A220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F53E6-FF86-41F7-8D37-42C2B67EB897}" type="datetimeFigureOut">
              <a:rPr lang="en-GB" smtClean="0"/>
              <a:t>02/12/2025</a:t>
            </a:fld>
            <a:endParaRPr lang="en-GB"/>
          </a:p>
        </p:txBody>
      </p:sp>
      <p:sp>
        <p:nvSpPr>
          <p:cNvPr id="5" name="Footer Placeholder 4">
            <a:extLst>
              <a:ext uri="{FF2B5EF4-FFF2-40B4-BE49-F238E27FC236}">
                <a16:creationId xmlns:a16="http://schemas.microsoft.com/office/drawing/2014/main" id="{7076C1B4-3F33-1950-1E10-8FC5D1B2FB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43D0DE1-702E-CE9C-6B53-1EEC412B4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51BAD9-491D-4DFB-9CEB-3DCB00B77EAE}" type="slidenum">
              <a:rPr lang="en-GB" smtClean="0"/>
              <a:t>‹#›</a:t>
            </a:fld>
            <a:endParaRPr lang="en-GB"/>
          </a:p>
        </p:txBody>
      </p:sp>
    </p:spTree>
    <p:extLst>
      <p:ext uri="{BB962C8B-B14F-4D97-AF65-F5344CB8AC3E}">
        <p14:creationId xmlns:p14="http://schemas.microsoft.com/office/powerpoint/2010/main" val="3910175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65708B5-34E2-B71B-A33B-09BAABE328B8}"/>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7371C51-A168-9493-52C7-C3B6B557DD42}"/>
              </a:ext>
            </a:extLst>
          </p:cNvPr>
          <p:cNvSpPr>
            <a:spLocks noGrp="1"/>
          </p:cNvSpPr>
          <p:nvPr>
            <p:ph type="ctrTitle"/>
          </p:nvPr>
        </p:nvSpPr>
        <p:spPr/>
        <p:txBody>
          <a:bodyPr/>
          <a:lstStyle/>
          <a:p>
            <a:r>
              <a:rPr lang="en-GB" dirty="0">
                <a:solidFill>
                  <a:srgbClr val="41BF3D"/>
                </a:solidFill>
              </a:rPr>
              <a:t>Smart installation policy</a:t>
            </a:r>
          </a:p>
        </p:txBody>
      </p:sp>
      <p:sp>
        <p:nvSpPr>
          <p:cNvPr id="3" name="Subtitle 2">
            <a:extLst>
              <a:ext uri="{FF2B5EF4-FFF2-40B4-BE49-F238E27FC236}">
                <a16:creationId xmlns:a16="http://schemas.microsoft.com/office/drawing/2014/main" id="{245B489B-D006-BDDF-DD1D-3D19B0BC4A19}"/>
              </a:ext>
            </a:extLst>
          </p:cNvPr>
          <p:cNvSpPr>
            <a:spLocks noGrp="1"/>
          </p:cNvSpPr>
          <p:nvPr>
            <p:ph type="subTitle" idx="1"/>
          </p:nvPr>
        </p:nvSpPr>
        <p:spPr/>
        <p:txBody>
          <a:bodyPr>
            <a:normAutofit/>
          </a:bodyPr>
          <a:lstStyle/>
          <a:p>
            <a:r>
              <a:rPr lang="en-GB" sz="4800" dirty="0">
                <a:solidFill>
                  <a:schemeClr val="bg1"/>
                </a:solidFill>
              </a:rPr>
              <a:t>Go live – December 1st 2025</a:t>
            </a:r>
          </a:p>
          <a:p>
            <a:r>
              <a:rPr lang="en-GB" sz="1600" dirty="0">
                <a:solidFill>
                  <a:schemeClr val="bg1"/>
                </a:solidFill>
              </a:rPr>
              <a:t>SPERL – 04625 – 009</a:t>
            </a:r>
          </a:p>
        </p:txBody>
      </p:sp>
      <p:pic>
        <p:nvPicPr>
          <p:cNvPr id="4" name="Picture 3">
            <a:extLst>
              <a:ext uri="{FF2B5EF4-FFF2-40B4-BE49-F238E27FC236}">
                <a16:creationId xmlns:a16="http://schemas.microsoft.com/office/drawing/2014/main" id="{FA661796-09AB-8870-E043-805BF142A7A7}"/>
              </a:ext>
            </a:extLst>
          </p:cNvPr>
          <p:cNvPicPr>
            <a:picLocks noChangeAspect="1"/>
          </p:cNvPicPr>
          <p:nvPr/>
        </p:nvPicPr>
        <p:blipFill>
          <a:blip r:embed="rId3"/>
          <a:stretch>
            <a:fillRect/>
          </a:stretch>
        </p:blipFill>
        <p:spPr>
          <a:xfrm>
            <a:off x="273916" y="265113"/>
            <a:ext cx="4721001" cy="1106487"/>
          </a:xfrm>
          <a:prstGeom prst="rect">
            <a:avLst/>
          </a:prstGeom>
        </p:spPr>
      </p:pic>
      <p:pic>
        <p:nvPicPr>
          <p:cNvPr id="11" name="Picture 10" descr="A logo with green text&#10;&#10;AI-generated content may be incorrect.">
            <a:extLst>
              <a:ext uri="{FF2B5EF4-FFF2-40B4-BE49-F238E27FC236}">
                <a16:creationId xmlns:a16="http://schemas.microsoft.com/office/drawing/2014/main" id="{C41EB48C-234A-6390-B10E-9A1ECE5E2C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0908" y="4424697"/>
            <a:ext cx="5570184" cy="3451002"/>
          </a:xfrm>
          <a:prstGeom prst="rect">
            <a:avLst/>
          </a:prstGeom>
        </p:spPr>
      </p:pic>
      <p:pic>
        <p:nvPicPr>
          <p:cNvPr id="13" name="Picture 12" descr="A green logo with white text&#10;&#10;AI-generated content may be incorrect.">
            <a:extLst>
              <a:ext uri="{FF2B5EF4-FFF2-40B4-BE49-F238E27FC236}">
                <a16:creationId xmlns:a16="http://schemas.microsoft.com/office/drawing/2014/main" id="{CEAB9433-6D44-6D93-6612-4CD14A9FBB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1527" y="-212623"/>
            <a:ext cx="4626557" cy="2483660"/>
          </a:xfrm>
          <a:prstGeom prst="rect">
            <a:avLst/>
          </a:prstGeom>
        </p:spPr>
      </p:pic>
    </p:spTree>
    <p:extLst>
      <p:ext uri="{BB962C8B-B14F-4D97-AF65-F5344CB8AC3E}">
        <p14:creationId xmlns:p14="http://schemas.microsoft.com/office/powerpoint/2010/main" val="1630784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EB1BA9E6-9EDE-F64B-39F4-B44D56AAAB4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8D1A6E0-EC25-B47F-BF3D-1035D6B0897C}"/>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DC2FAF5-D0D9-3A74-5E79-B78DB1809507}"/>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C7A4C70D-D3C9-7F8C-BF62-BC39E1B55F02}"/>
              </a:ext>
            </a:extLst>
          </p:cNvPr>
          <p:cNvSpPr>
            <a:spLocks noGrp="1"/>
          </p:cNvSpPr>
          <p:nvPr>
            <p:ph type="subTitle" idx="1"/>
          </p:nvPr>
        </p:nvSpPr>
        <p:spPr>
          <a:xfrm>
            <a:off x="1021104" y="2340864"/>
            <a:ext cx="9646896" cy="2916936"/>
          </a:xfrm>
        </p:spPr>
        <p:txBody>
          <a:bodyPr>
            <a:normAutofit lnSpcReduction="10000"/>
          </a:bodyPr>
          <a:lstStyle/>
          <a:p>
            <a:r>
              <a:rPr lang="en-GB" sz="3200" dirty="0">
                <a:solidFill>
                  <a:schemeClr val="bg1"/>
                </a:solidFill>
              </a:rPr>
              <a:t>This document details the ScottishPower Policy regarding the installation of Smart metering as amended from time to time. </a:t>
            </a:r>
            <a:br>
              <a:rPr lang="en-GB" sz="3200" dirty="0">
                <a:solidFill>
                  <a:schemeClr val="bg1"/>
                </a:solidFill>
              </a:rPr>
            </a:br>
            <a:br>
              <a:rPr lang="en-GB" sz="3200" dirty="0">
                <a:solidFill>
                  <a:schemeClr val="bg1"/>
                </a:solidFill>
              </a:rPr>
            </a:br>
            <a:r>
              <a:rPr lang="en-GB" sz="3200" dirty="0">
                <a:solidFill>
                  <a:schemeClr val="bg1"/>
                </a:solidFill>
              </a:rPr>
              <a:t>This policy describes the principles and guidelines to be adopted by Meter Installers who are operating on behalf of ScottishPower. </a:t>
            </a:r>
          </a:p>
          <a:p>
            <a:endParaRPr lang="en-GB" sz="2000" dirty="0">
              <a:solidFill>
                <a:schemeClr val="bg1"/>
              </a:solidFill>
            </a:endParaRPr>
          </a:p>
        </p:txBody>
      </p:sp>
      <p:pic>
        <p:nvPicPr>
          <p:cNvPr id="4" name="Picture 3">
            <a:extLst>
              <a:ext uri="{FF2B5EF4-FFF2-40B4-BE49-F238E27FC236}">
                <a16:creationId xmlns:a16="http://schemas.microsoft.com/office/drawing/2014/main" id="{8FC1C9A9-A251-6C5F-B0E7-CF2E7E75A9A3}"/>
              </a:ext>
            </a:extLst>
          </p:cNvPr>
          <p:cNvPicPr>
            <a:picLocks noChangeAspect="1"/>
          </p:cNvPicPr>
          <p:nvPr/>
        </p:nvPicPr>
        <p:blipFill>
          <a:blip r:embed="rId3"/>
          <a:stretch>
            <a:fillRect/>
          </a:stretch>
        </p:blipFill>
        <p:spPr>
          <a:xfrm>
            <a:off x="273916" y="265113"/>
            <a:ext cx="3264740" cy="765175"/>
          </a:xfrm>
          <a:prstGeom prst="rect">
            <a:avLst/>
          </a:prstGeom>
        </p:spPr>
      </p:pic>
      <p:sp>
        <p:nvSpPr>
          <p:cNvPr id="5" name="TextBox 4">
            <a:extLst>
              <a:ext uri="{FF2B5EF4-FFF2-40B4-BE49-F238E27FC236}">
                <a16:creationId xmlns:a16="http://schemas.microsoft.com/office/drawing/2014/main" id="{A1D2DA89-B72D-A9D7-111B-6C96F27D44E8}"/>
              </a:ext>
            </a:extLst>
          </p:cNvPr>
          <p:cNvSpPr txBox="1"/>
          <p:nvPr/>
        </p:nvSpPr>
        <p:spPr>
          <a:xfrm>
            <a:off x="819710" y="6474808"/>
            <a:ext cx="10552580" cy="276999"/>
          </a:xfrm>
          <a:prstGeom prst="rect">
            <a:avLst/>
          </a:prstGeom>
          <a:noFill/>
        </p:spPr>
        <p:txBody>
          <a:bodyPr wrap="square" rtlCol="0">
            <a:spAutoFit/>
          </a:bodyPr>
          <a:lstStyle/>
          <a:p>
            <a:r>
              <a:rPr lang="en-US" sz="1200" i="1" dirty="0">
                <a:solidFill>
                  <a:schemeClr val="bg1"/>
                </a:solidFill>
              </a:rPr>
              <a:t>We’re not aiming for 100% commissioned — just 100% policy compliance, so remember: any non-COMP-FULL scenario must be escalated to Smart Support.</a:t>
            </a:r>
            <a:endParaRPr lang="en-GB" sz="1200" i="1" dirty="0">
              <a:solidFill>
                <a:schemeClr val="bg1"/>
              </a:solidFill>
            </a:endParaRPr>
          </a:p>
        </p:txBody>
      </p:sp>
      <p:pic>
        <p:nvPicPr>
          <p:cNvPr id="8" name="Picture 7" descr="A logo with green text&#10;&#10;AI-generated content may be incorrect.">
            <a:extLst>
              <a:ext uri="{FF2B5EF4-FFF2-40B4-BE49-F238E27FC236}">
                <a16:creationId xmlns:a16="http://schemas.microsoft.com/office/drawing/2014/main" id="{BA2E3F50-BA7A-7CEA-12D8-A4BEC41B97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9" name="Picture 8" descr="A green logo with white text&#10;&#10;AI-generated content may be incorrect.">
            <a:extLst>
              <a:ext uri="{FF2B5EF4-FFF2-40B4-BE49-F238E27FC236}">
                <a16:creationId xmlns:a16="http://schemas.microsoft.com/office/drawing/2014/main" id="{C9CBA841-1711-5F27-E77E-F5BBEDB93C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0661869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EA160247-C0EE-7BF4-5B16-7B17DB54783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0FB743B-D499-5FBE-CE12-EB2EEA2A60F5}"/>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8FC4BE-A7E1-1D4C-4B39-586FED33F35D}"/>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EDFB5B73-73DC-791D-18DA-58D733383473}"/>
              </a:ext>
            </a:extLst>
          </p:cNvPr>
          <p:cNvSpPr>
            <a:spLocks noGrp="1"/>
          </p:cNvSpPr>
          <p:nvPr>
            <p:ph type="subTitle" idx="1"/>
          </p:nvPr>
        </p:nvSpPr>
        <p:spPr>
          <a:xfrm>
            <a:off x="623316" y="1791781"/>
            <a:ext cx="10945368" cy="1426908"/>
          </a:xfrm>
        </p:spPr>
        <p:txBody>
          <a:bodyPr>
            <a:normAutofit fontScale="92500" lnSpcReduction="20000"/>
          </a:bodyPr>
          <a:lstStyle/>
          <a:p>
            <a:r>
              <a:rPr lang="en-US" sz="3000" b="1" dirty="0">
                <a:solidFill>
                  <a:schemeClr val="bg1"/>
                </a:solidFill>
              </a:rPr>
              <a:t>Policy Update – Key Message</a:t>
            </a:r>
            <a:br>
              <a:rPr lang="en-US" sz="3000" b="1" dirty="0">
                <a:solidFill>
                  <a:schemeClr val="bg1"/>
                </a:solidFill>
              </a:rPr>
            </a:br>
            <a:endParaRPr lang="en-US" sz="3000" b="1" dirty="0">
              <a:solidFill>
                <a:schemeClr val="bg1"/>
              </a:solidFill>
            </a:endParaRPr>
          </a:p>
          <a:p>
            <a:r>
              <a:rPr lang="en-US" sz="2800" dirty="0">
                <a:solidFill>
                  <a:schemeClr val="bg1"/>
                </a:solidFill>
              </a:rPr>
              <a:t>This PowerPoint covers the latest changes to the installation policy.</a:t>
            </a:r>
            <a:br>
              <a:rPr lang="en-US" sz="2800" dirty="0">
                <a:solidFill>
                  <a:schemeClr val="bg1"/>
                </a:solidFill>
              </a:rPr>
            </a:br>
            <a:endParaRPr lang="en-US" sz="2800" dirty="0">
              <a:solidFill>
                <a:schemeClr val="bg1"/>
              </a:solidFill>
            </a:endParaRPr>
          </a:p>
        </p:txBody>
      </p:sp>
      <p:pic>
        <p:nvPicPr>
          <p:cNvPr id="4" name="Picture 3">
            <a:extLst>
              <a:ext uri="{FF2B5EF4-FFF2-40B4-BE49-F238E27FC236}">
                <a16:creationId xmlns:a16="http://schemas.microsoft.com/office/drawing/2014/main" id="{83CB9520-E442-340A-0C10-42D5DEE8AAE6}"/>
              </a:ext>
            </a:extLst>
          </p:cNvPr>
          <p:cNvPicPr>
            <a:picLocks noChangeAspect="1"/>
          </p:cNvPicPr>
          <p:nvPr/>
        </p:nvPicPr>
        <p:blipFill>
          <a:blip r:embed="rId3"/>
          <a:stretch>
            <a:fillRect/>
          </a:stretch>
        </p:blipFill>
        <p:spPr>
          <a:xfrm>
            <a:off x="273916" y="265113"/>
            <a:ext cx="3264740" cy="765175"/>
          </a:xfrm>
          <a:prstGeom prst="rect">
            <a:avLst/>
          </a:prstGeom>
        </p:spPr>
      </p:pic>
      <p:pic>
        <p:nvPicPr>
          <p:cNvPr id="8" name="Picture 7" descr="A logo with green text&#10;&#10;AI-generated content may be incorrect.">
            <a:extLst>
              <a:ext uri="{FF2B5EF4-FFF2-40B4-BE49-F238E27FC236}">
                <a16:creationId xmlns:a16="http://schemas.microsoft.com/office/drawing/2014/main" id="{A0845796-444F-2CA5-DCF2-0CA0A46F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9" name="Picture 8" descr="A green logo with white text&#10;&#10;AI-generated content may be incorrect.">
            <a:extLst>
              <a:ext uri="{FF2B5EF4-FFF2-40B4-BE49-F238E27FC236}">
                <a16:creationId xmlns:a16="http://schemas.microsoft.com/office/drawing/2014/main" id="{E958A72C-B0C6-DC07-82C0-1EF947B402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
        <p:nvSpPr>
          <p:cNvPr id="12" name="TextBox 11">
            <a:extLst>
              <a:ext uri="{FF2B5EF4-FFF2-40B4-BE49-F238E27FC236}">
                <a16:creationId xmlns:a16="http://schemas.microsoft.com/office/drawing/2014/main" id="{7A8C376B-7167-B55E-B5CE-0998365099BB}"/>
              </a:ext>
            </a:extLst>
          </p:cNvPr>
          <p:cNvSpPr txBox="1"/>
          <p:nvPr/>
        </p:nvSpPr>
        <p:spPr>
          <a:xfrm>
            <a:off x="1021104" y="3266585"/>
            <a:ext cx="9823680" cy="646331"/>
          </a:xfrm>
          <a:prstGeom prst="rect">
            <a:avLst/>
          </a:prstGeom>
          <a:noFill/>
        </p:spPr>
        <p:txBody>
          <a:bodyPr wrap="square">
            <a:spAutoFit/>
          </a:bodyPr>
          <a:lstStyle/>
          <a:p>
            <a:pPr algn="ctr"/>
            <a:r>
              <a:rPr lang="en-US" sz="1800" dirty="0">
                <a:solidFill>
                  <a:schemeClr val="bg1"/>
                </a:solidFill>
              </a:rPr>
              <a:t>Expectation remains the same:</a:t>
            </a:r>
            <a:br>
              <a:rPr lang="en-US" sz="1800" dirty="0">
                <a:solidFill>
                  <a:schemeClr val="bg1"/>
                </a:solidFill>
              </a:rPr>
            </a:br>
            <a:r>
              <a:rPr lang="en-US" sz="1800" dirty="0">
                <a:solidFill>
                  <a:schemeClr val="bg1"/>
                </a:solidFill>
              </a:rPr>
              <a:t>Any scenario without COMP-FULL must be escalated to the Smart Support Team.</a:t>
            </a:r>
            <a:endParaRPr lang="en-GB" dirty="0"/>
          </a:p>
        </p:txBody>
      </p:sp>
      <p:sp>
        <p:nvSpPr>
          <p:cNvPr id="13" name="TextBox 12">
            <a:extLst>
              <a:ext uri="{FF2B5EF4-FFF2-40B4-BE49-F238E27FC236}">
                <a16:creationId xmlns:a16="http://schemas.microsoft.com/office/drawing/2014/main" id="{60F447C3-622C-6F03-E00D-A8AAB17937CB}"/>
              </a:ext>
            </a:extLst>
          </p:cNvPr>
          <p:cNvSpPr txBox="1"/>
          <p:nvPr/>
        </p:nvSpPr>
        <p:spPr>
          <a:xfrm>
            <a:off x="713232" y="4462128"/>
            <a:ext cx="10588752" cy="1477328"/>
          </a:xfrm>
          <a:prstGeom prst="rect">
            <a:avLst/>
          </a:prstGeom>
          <a:noFill/>
        </p:spPr>
        <p:txBody>
          <a:bodyPr wrap="square" rtlCol="0">
            <a:spAutoFit/>
          </a:bodyPr>
          <a:lstStyle/>
          <a:p>
            <a:pPr algn="ctr"/>
            <a:r>
              <a:rPr lang="en-US" dirty="0">
                <a:solidFill>
                  <a:schemeClr val="bg1"/>
                </a:solidFill>
              </a:rPr>
              <a:t>The updated policy significantly benefits SESM and increases the number of meters the field can confidently leave on the wall.</a:t>
            </a:r>
            <a:br>
              <a:rPr lang="en-US" dirty="0">
                <a:solidFill>
                  <a:schemeClr val="bg1"/>
                </a:solidFill>
              </a:rPr>
            </a:br>
            <a:endParaRPr lang="en-US" dirty="0">
              <a:solidFill>
                <a:schemeClr val="bg1"/>
              </a:solidFill>
            </a:endParaRPr>
          </a:p>
          <a:p>
            <a:pPr algn="ctr"/>
            <a:r>
              <a:rPr lang="en-US" dirty="0">
                <a:solidFill>
                  <a:schemeClr val="bg1"/>
                </a:solidFill>
              </a:rPr>
              <a:t>Non-adherence will be monitored, and any examples identified will be shared with management for prompt review</a:t>
            </a:r>
            <a:endParaRPr lang="en-GB" dirty="0"/>
          </a:p>
        </p:txBody>
      </p:sp>
    </p:spTree>
    <p:extLst>
      <p:ext uri="{BB962C8B-B14F-4D97-AF65-F5344CB8AC3E}">
        <p14:creationId xmlns:p14="http://schemas.microsoft.com/office/powerpoint/2010/main" val="3599945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787F8C75-2552-9EE6-EA45-0F9CF5BD99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C9DB7E9-E3B4-CA0C-DDFD-88F44F5D9838}"/>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22C92E6-170C-4343-E057-41AE5021FC68}"/>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0100D4FA-5AAF-D729-B8E3-C7C7DFE8FC11}"/>
              </a:ext>
            </a:extLst>
          </p:cNvPr>
          <p:cNvSpPr>
            <a:spLocks noGrp="1"/>
          </p:cNvSpPr>
          <p:nvPr>
            <p:ph type="subTitle" idx="1"/>
          </p:nvPr>
        </p:nvSpPr>
        <p:spPr>
          <a:xfrm>
            <a:off x="623316" y="1660525"/>
            <a:ext cx="10945368" cy="4813427"/>
          </a:xfrm>
        </p:spPr>
        <p:txBody>
          <a:bodyPr>
            <a:normAutofit fontScale="85000" lnSpcReduction="10000"/>
          </a:bodyPr>
          <a:lstStyle/>
          <a:p>
            <a:r>
              <a:rPr lang="en-GB" sz="3300" dirty="0">
                <a:solidFill>
                  <a:schemeClr val="bg1"/>
                </a:solidFill>
              </a:rPr>
              <a:t>1 – Site attendance</a:t>
            </a:r>
            <a:br>
              <a:rPr lang="en-GB" sz="3200" dirty="0">
                <a:solidFill>
                  <a:schemeClr val="bg1"/>
                </a:solidFill>
              </a:rPr>
            </a:br>
            <a:br>
              <a:rPr lang="en-GB" sz="3200" dirty="0">
                <a:solidFill>
                  <a:schemeClr val="bg1"/>
                </a:solidFill>
              </a:rPr>
            </a:br>
            <a:r>
              <a:rPr lang="en-US" sz="1700" b="1" dirty="0">
                <a:solidFill>
                  <a:schemeClr val="bg1"/>
                </a:solidFill>
              </a:rPr>
              <a:t>Job Attendance</a:t>
            </a:r>
            <a:endParaRPr lang="en-US" sz="1700" dirty="0">
              <a:solidFill>
                <a:schemeClr val="bg1"/>
              </a:solidFill>
            </a:endParaRPr>
          </a:p>
          <a:p>
            <a:r>
              <a:rPr lang="en-US" sz="1700" dirty="0">
                <a:solidFill>
                  <a:schemeClr val="bg1"/>
                </a:solidFill>
              </a:rPr>
              <a:t>Scheduled jobs are sent to the Engineer’s HHT with a defined date and time slot.</a:t>
            </a:r>
          </a:p>
          <a:p>
            <a:r>
              <a:rPr lang="en-US" sz="1700" dirty="0">
                <a:solidFill>
                  <a:schemeClr val="bg1"/>
                </a:solidFill>
              </a:rPr>
              <a:t>If cancelled or aborted before arrival, the Engineer closes the job as per company policy; otherwise, the Engineer attends site.</a:t>
            </a:r>
            <a:br>
              <a:rPr lang="en-US" sz="1700" dirty="0">
                <a:solidFill>
                  <a:schemeClr val="bg1"/>
                </a:solidFill>
              </a:rPr>
            </a:br>
            <a:endParaRPr lang="en-US" sz="1700" dirty="0">
              <a:solidFill>
                <a:schemeClr val="bg1"/>
              </a:solidFill>
            </a:endParaRPr>
          </a:p>
          <a:p>
            <a:r>
              <a:rPr lang="en-US" sz="1700" b="1" dirty="0">
                <a:solidFill>
                  <a:schemeClr val="bg1"/>
                </a:solidFill>
              </a:rPr>
              <a:t>On-Site Procedure</a:t>
            </a:r>
            <a:endParaRPr lang="en-US" sz="1700" dirty="0">
              <a:solidFill>
                <a:schemeClr val="bg1"/>
              </a:solidFill>
            </a:endParaRPr>
          </a:p>
          <a:p>
            <a:r>
              <a:rPr lang="en-US" sz="1700" dirty="0">
                <a:solidFill>
                  <a:schemeClr val="bg1"/>
                </a:solidFill>
              </a:rPr>
              <a:t>Perform a dynamic risk assessment before starting any work.</a:t>
            </a:r>
          </a:p>
          <a:p>
            <a:r>
              <a:rPr lang="en-US" sz="1700" dirty="0">
                <a:solidFill>
                  <a:schemeClr val="bg1"/>
                </a:solidFill>
              </a:rPr>
              <a:t>Confirm correct premises, identify meter locations, and assess dual-band suitability.</a:t>
            </a:r>
          </a:p>
          <a:p>
            <a:r>
              <a:rPr lang="en-US" sz="1700" dirty="0">
                <a:solidFill>
                  <a:schemeClr val="bg1"/>
                </a:solidFill>
              </a:rPr>
              <a:t>If the Meter Serial Number differs from job details, record the correct MSN and continue.</a:t>
            </a:r>
            <a:br>
              <a:rPr lang="en-US" sz="1700" dirty="0">
                <a:solidFill>
                  <a:schemeClr val="bg1"/>
                </a:solidFill>
              </a:rPr>
            </a:br>
            <a:endParaRPr lang="en-US" sz="1700" dirty="0">
              <a:solidFill>
                <a:schemeClr val="bg1"/>
              </a:solidFill>
            </a:endParaRPr>
          </a:p>
          <a:p>
            <a:r>
              <a:rPr lang="en-US" sz="1700" b="1" dirty="0">
                <a:solidFill>
                  <a:schemeClr val="bg1"/>
                </a:solidFill>
              </a:rPr>
              <a:t>Meter Readings</a:t>
            </a:r>
            <a:endParaRPr lang="en-US" sz="1700" dirty="0">
              <a:solidFill>
                <a:schemeClr val="bg1"/>
              </a:solidFill>
            </a:endParaRPr>
          </a:p>
          <a:p>
            <a:r>
              <a:rPr lang="en-US" sz="1700" dirty="0">
                <a:solidFill>
                  <a:schemeClr val="bg1"/>
                </a:solidFill>
              </a:rPr>
              <a:t>If the meter has </a:t>
            </a:r>
            <a:r>
              <a:rPr lang="en-US" sz="1700" b="1" dirty="0">
                <a:solidFill>
                  <a:schemeClr val="bg1"/>
                </a:solidFill>
              </a:rPr>
              <a:t>no visible display</a:t>
            </a:r>
            <a:r>
              <a:rPr lang="en-US" sz="1700" dirty="0">
                <a:solidFill>
                  <a:schemeClr val="bg1"/>
                </a:solidFill>
              </a:rPr>
              <a:t>, the existing meter reading field must be updated with </a:t>
            </a:r>
            <a:r>
              <a:rPr lang="en-US" sz="1700" b="1" dirty="0">
                <a:solidFill>
                  <a:schemeClr val="bg1"/>
                </a:solidFill>
              </a:rPr>
              <a:t>‘0’ (zero)</a:t>
            </a:r>
            <a:r>
              <a:rPr lang="en-US" sz="1700" dirty="0">
                <a:solidFill>
                  <a:schemeClr val="bg1"/>
                </a:solidFill>
              </a:rPr>
              <a:t>.</a:t>
            </a:r>
          </a:p>
          <a:p>
            <a:r>
              <a:rPr lang="en-US" sz="1700" dirty="0">
                <a:solidFill>
                  <a:schemeClr val="bg1"/>
                </a:solidFill>
              </a:rPr>
              <a:t>For return assets, refer to section 15.</a:t>
            </a:r>
          </a:p>
          <a:p>
            <a:r>
              <a:rPr lang="en-US" sz="1700" b="1" dirty="0">
                <a:solidFill>
                  <a:schemeClr val="bg1"/>
                </a:solidFill>
              </a:rPr>
              <a:t>Failed Smart Commissioning</a:t>
            </a:r>
            <a:endParaRPr lang="en-US" sz="1700" dirty="0">
              <a:solidFill>
                <a:schemeClr val="bg1"/>
              </a:solidFill>
            </a:endParaRPr>
          </a:p>
          <a:p>
            <a:r>
              <a:rPr lang="en-US" sz="1700" dirty="0">
                <a:solidFill>
                  <a:schemeClr val="bg1"/>
                </a:solidFill>
              </a:rPr>
              <a:t>When a smart meter is installed but commissioning fails, the customer must be issued a </a:t>
            </a:r>
            <a:r>
              <a:rPr lang="en-US" sz="1700" b="1" dirty="0">
                <a:solidFill>
                  <a:schemeClr val="bg1"/>
                </a:solidFill>
              </a:rPr>
              <a:t>"Sorry we couldn't complete"</a:t>
            </a:r>
            <a:r>
              <a:rPr lang="en-US" sz="1700" dirty="0">
                <a:solidFill>
                  <a:schemeClr val="bg1"/>
                </a:solidFill>
              </a:rPr>
              <a:t> leave-behind card (SCP8632-JUL25).</a:t>
            </a:r>
          </a:p>
          <a:p>
            <a:endParaRPr lang="en-US" sz="1700" dirty="0">
              <a:solidFill>
                <a:schemeClr val="bg1"/>
              </a:solidFill>
            </a:endParaRPr>
          </a:p>
          <a:p>
            <a:endParaRPr lang="en-US" sz="1700" dirty="0">
              <a:solidFill>
                <a:schemeClr val="bg1"/>
              </a:solidFill>
            </a:endParaRPr>
          </a:p>
          <a:p>
            <a:endParaRPr lang="en-GB" sz="1800" dirty="0">
              <a:solidFill>
                <a:schemeClr val="bg1"/>
              </a:solidFill>
            </a:endParaRPr>
          </a:p>
        </p:txBody>
      </p:sp>
      <p:pic>
        <p:nvPicPr>
          <p:cNvPr id="4" name="Picture 3">
            <a:extLst>
              <a:ext uri="{FF2B5EF4-FFF2-40B4-BE49-F238E27FC236}">
                <a16:creationId xmlns:a16="http://schemas.microsoft.com/office/drawing/2014/main" id="{764F2610-D7B1-429B-6D16-4D9BB11A065F}"/>
              </a:ext>
            </a:extLst>
          </p:cNvPr>
          <p:cNvPicPr>
            <a:picLocks noChangeAspect="1"/>
          </p:cNvPicPr>
          <p:nvPr/>
        </p:nvPicPr>
        <p:blipFill>
          <a:blip r:embed="rId4"/>
          <a:stretch>
            <a:fillRect/>
          </a:stretch>
        </p:blipFill>
        <p:spPr>
          <a:xfrm>
            <a:off x="273916" y="265113"/>
            <a:ext cx="3264740" cy="765175"/>
          </a:xfrm>
          <a:prstGeom prst="rect">
            <a:avLst/>
          </a:prstGeom>
        </p:spPr>
      </p:pic>
      <p:sp>
        <p:nvSpPr>
          <p:cNvPr id="9" name="TextBox 8">
            <a:extLst>
              <a:ext uri="{FF2B5EF4-FFF2-40B4-BE49-F238E27FC236}">
                <a16:creationId xmlns:a16="http://schemas.microsoft.com/office/drawing/2014/main" id="{B6490BD7-235B-07DE-4EBF-9C5C7CCFCAF6}"/>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1886851E-42F7-D448-D76F-20283FF0FF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49280DF6-1237-C625-CED9-46A012D1A5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212904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DF410A2-5786-66CE-9A9D-EAD1EC18514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25D871A-4B0D-88FE-F587-D628104BD6A8}"/>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5128B6A-F05E-509C-A86D-69E539BD7DDA}"/>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E1046A63-E910-C25F-8FE4-8DD82EAA286C}"/>
              </a:ext>
            </a:extLst>
          </p:cNvPr>
          <p:cNvSpPr>
            <a:spLocks noGrp="1"/>
          </p:cNvSpPr>
          <p:nvPr>
            <p:ph type="subTitle" idx="1"/>
          </p:nvPr>
        </p:nvSpPr>
        <p:spPr>
          <a:xfrm>
            <a:off x="623316" y="1660525"/>
            <a:ext cx="10945368" cy="4813427"/>
          </a:xfrm>
        </p:spPr>
        <p:txBody>
          <a:bodyPr>
            <a:normAutofit fontScale="77500" lnSpcReduction="20000"/>
          </a:bodyPr>
          <a:lstStyle/>
          <a:p>
            <a:r>
              <a:rPr lang="en-GB" sz="3600" dirty="0">
                <a:solidFill>
                  <a:schemeClr val="bg1"/>
                </a:solidFill>
              </a:rPr>
              <a:t>2 – Dual Band consideration</a:t>
            </a:r>
            <a:br>
              <a:rPr lang="en-GB" sz="3200" dirty="0">
                <a:solidFill>
                  <a:schemeClr val="bg1"/>
                </a:solidFill>
              </a:rPr>
            </a:br>
            <a:br>
              <a:rPr lang="en-GB" sz="3200" dirty="0">
                <a:solidFill>
                  <a:schemeClr val="bg1"/>
                </a:solidFill>
              </a:rPr>
            </a:br>
            <a:r>
              <a:rPr lang="en-US" sz="3200" dirty="0">
                <a:solidFill>
                  <a:schemeClr val="bg1"/>
                </a:solidFill>
              </a:rPr>
              <a:t>Before installing any smart assets, the Engineer must assess the service position and locations of CH, ESME, GSME, and PPMID.</a:t>
            </a:r>
            <a:br>
              <a:rPr lang="en-US" sz="3200" dirty="0">
                <a:solidFill>
                  <a:schemeClr val="bg1"/>
                </a:solidFill>
              </a:rPr>
            </a:br>
            <a:endParaRPr lang="en-US" sz="3200" dirty="0">
              <a:solidFill>
                <a:schemeClr val="bg1"/>
              </a:solidFill>
            </a:endParaRPr>
          </a:p>
          <a:p>
            <a:r>
              <a:rPr lang="en-US" sz="3200" dirty="0">
                <a:solidFill>
                  <a:schemeClr val="bg1"/>
                </a:solidFill>
              </a:rPr>
              <a:t>If any device is over 7 meters from the CH, or less if obstructed by physical infrastructure, Dual Band (DB) assets must be installed.</a:t>
            </a:r>
            <a:br>
              <a:rPr lang="en-US" sz="3200" dirty="0">
                <a:solidFill>
                  <a:schemeClr val="bg1"/>
                </a:solidFill>
              </a:rPr>
            </a:br>
            <a:endParaRPr lang="en-US" sz="3200" dirty="0">
              <a:solidFill>
                <a:schemeClr val="bg1"/>
              </a:solidFill>
            </a:endParaRPr>
          </a:p>
          <a:p>
            <a:r>
              <a:rPr lang="en-US" sz="3200" dirty="0">
                <a:solidFill>
                  <a:schemeClr val="bg1"/>
                </a:solidFill>
              </a:rPr>
              <a:t>Distance Requirements</a:t>
            </a:r>
          </a:p>
          <a:p>
            <a:r>
              <a:rPr lang="en-US" sz="3200" dirty="0">
                <a:solidFill>
                  <a:schemeClr val="bg1"/>
                </a:solidFill>
              </a:rPr>
              <a:t>If any device is more than 20 meters from the CH and unlikely to connect, a Dual Band Cellular CH must be installed.</a:t>
            </a:r>
            <a:br>
              <a:rPr lang="en-US" sz="3200" dirty="0">
                <a:solidFill>
                  <a:schemeClr val="bg1"/>
                </a:solidFill>
              </a:rPr>
            </a:br>
            <a:endParaRPr lang="en-US" sz="3200" dirty="0">
              <a:solidFill>
                <a:schemeClr val="bg1"/>
              </a:solidFill>
            </a:endParaRPr>
          </a:p>
          <a:p>
            <a:r>
              <a:rPr lang="en-US" sz="3200" dirty="0">
                <a:solidFill>
                  <a:schemeClr val="bg1"/>
                </a:solidFill>
              </a:rPr>
              <a:t>Existing Equipment</a:t>
            </a:r>
          </a:p>
          <a:p>
            <a:r>
              <a:rPr lang="en-US" sz="3200" dirty="0">
                <a:solidFill>
                  <a:schemeClr val="bg1"/>
                </a:solidFill>
              </a:rPr>
              <a:t>If a Single Band CH is present and DB equipment is now required (GSME/PPMID), the CH must be replaced with a Dual Band unit.</a:t>
            </a:r>
          </a:p>
          <a:p>
            <a:endParaRPr lang="en-GB" sz="1800" dirty="0">
              <a:solidFill>
                <a:schemeClr val="bg1"/>
              </a:solidFill>
            </a:endParaRPr>
          </a:p>
        </p:txBody>
      </p:sp>
      <p:pic>
        <p:nvPicPr>
          <p:cNvPr id="4" name="Picture 3">
            <a:extLst>
              <a:ext uri="{FF2B5EF4-FFF2-40B4-BE49-F238E27FC236}">
                <a16:creationId xmlns:a16="http://schemas.microsoft.com/office/drawing/2014/main" id="{F18865AA-D619-87F0-7BAB-8F0F03E9FF75}"/>
              </a:ext>
            </a:extLst>
          </p:cNvPr>
          <p:cNvPicPr>
            <a:picLocks noChangeAspect="1"/>
          </p:cNvPicPr>
          <p:nvPr/>
        </p:nvPicPr>
        <p:blipFill>
          <a:blip r:embed="rId4"/>
          <a:stretch>
            <a:fillRect/>
          </a:stretch>
        </p:blipFill>
        <p:spPr>
          <a:xfrm>
            <a:off x="273916" y="265113"/>
            <a:ext cx="3264740" cy="765175"/>
          </a:xfrm>
          <a:prstGeom prst="rect">
            <a:avLst/>
          </a:prstGeom>
        </p:spPr>
      </p:pic>
      <p:sp>
        <p:nvSpPr>
          <p:cNvPr id="8" name="TextBox 7">
            <a:extLst>
              <a:ext uri="{FF2B5EF4-FFF2-40B4-BE49-F238E27FC236}">
                <a16:creationId xmlns:a16="http://schemas.microsoft.com/office/drawing/2014/main" id="{AAEDCB1D-FF77-3FA0-BA2A-6DC7565E5401}"/>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9" name="Picture 8" descr="A logo with green text&#10;&#10;AI-generated content may be incorrect.">
            <a:extLst>
              <a:ext uri="{FF2B5EF4-FFF2-40B4-BE49-F238E27FC236}">
                <a16:creationId xmlns:a16="http://schemas.microsoft.com/office/drawing/2014/main" id="{D612DE96-C753-C429-3800-66BA5800DE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0" name="Picture 9" descr="A green logo with white text&#10;&#10;AI-generated content may be incorrect.">
            <a:extLst>
              <a:ext uri="{FF2B5EF4-FFF2-40B4-BE49-F238E27FC236}">
                <a16:creationId xmlns:a16="http://schemas.microsoft.com/office/drawing/2014/main" id="{ECDE402A-B969-FDD0-CC1F-313EA24FF1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347472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45A2ECB4-EB5D-07EE-1C75-D5AAF61577E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0921EFF-8A50-E2AA-23C4-DE7DB50D4984}"/>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7B1726-CC6A-E056-02AD-8B431B8DF927}"/>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57D94583-12C3-D58E-36CA-66CBC83AE7AE}"/>
              </a:ext>
            </a:extLst>
          </p:cNvPr>
          <p:cNvSpPr>
            <a:spLocks noGrp="1"/>
          </p:cNvSpPr>
          <p:nvPr>
            <p:ph type="subTitle" idx="1"/>
          </p:nvPr>
        </p:nvSpPr>
        <p:spPr>
          <a:xfrm>
            <a:off x="623316" y="1660525"/>
            <a:ext cx="10945368" cy="5058327"/>
          </a:xfrm>
        </p:spPr>
        <p:txBody>
          <a:bodyPr>
            <a:normAutofit/>
          </a:bodyPr>
          <a:lstStyle/>
          <a:p>
            <a:r>
              <a:rPr lang="en-GB" sz="2800" dirty="0">
                <a:solidFill>
                  <a:schemeClr val="bg1"/>
                </a:solidFill>
              </a:rPr>
              <a:t>3 – Communications Hub selection</a:t>
            </a:r>
          </a:p>
          <a:p>
            <a:r>
              <a:rPr lang="en-GB" sz="3200" b="1" u="sng" dirty="0">
                <a:solidFill>
                  <a:schemeClr val="bg1"/>
                </a:solidFill>
              </a:rPr>
              <a:t>All smart installs must have a communication hub</a:t>
            </a:r>
          </a:p>
          <a:p>
            <a:endParaRPr lang="en-US" sz="3200" dirty="0">
              <a:solidFill>
                <a:schemeClr val="bg1"/>
              </a:solidFill>
            </a:endParaRPr>
          </a:p>
          <a:p>
            <a:endParaRPr lang="en-GB" sz="1800" dirty="0">
              <a:solidFill>
                <a:schemeClr val="bg1"/>
              </a:solidFill>
            </a:endParaRPr>
          </a:p>
          <a:p>
            <a:r>
              <a:rPr lang="en-GB" sz="1800" dirty="0">
                <a:solidFill>
                  <a:schemeClr val="bg1"/>
                </a:solidFill>
              </a:rPr>
              <a:t>D</a:t>
            </a:r>
          </a:p>
          <a:p>
            <a:endParaRPr lang="en-GB" sz="1800" dirty="0">
              <a:solidFill>
                <a:schemeClr val="bg1"/>
              </a:solidFill>
            </a:endParaRPr>
          </a:p>
          <a:p>
            <a:endParaRPr lang="en-GB" sz="1800" dirty="0">
              <a:solidFill>
                <a:schemeClr val="bg1"/>
              </a:solidFill>
            </a:endParaRPr>
          </a:p>
          <a:p>
            <a:endParaRPr lang="en-GB" sz="1800" dirty="0">
              <a:solidFill>
                <a:schemeClr val="bg1"/>
              </a:solidFill>
            </a:endParaRPr>
          </a:p>
          <a:p>
            <a:endParaRPr lang="en-GB" sz="1800" dirty="0">
              <a:solidFill>
                <a:schemeClr val="bg1"/>
              </a:solidFill>
            </a:endParaRPr>
          </a:p>
          <a:p>
            <a:endParaRPr lang="en-GB" sz="1800" dirty="0">
              <a:solidFill>
                <a:schemeClr val="bg1"/>
              </a:solidFill>
            </a:endParaRPr>
          </a:p>
          <a:p>
            <a:endParaRPr lang="en-GB" sz="1800" dirty="0">
              <a:solidFill>
                <a:schemeClr val="bg1"/>
              </a:solidFill>
            </a:endParaRPr>
          </a:p>
          <a:p>
            <a:r>
              <a:rPr lang="en-GB" sz="1800" dirty="0">
                <a:solidFill>
                  <a:schemeClr val="bg1"/>
                </a:solidFill>
              </a:rPr>
              <a:t>Please note: As stock positions improve, more work will shift to 4G including single phase single rate CR </a:t>
            </a:r>
          </a:p>
          <a:p>
            <a:endParaRPr lang="en-GB" sz="1800" dirty="0">
              <a:solidFill>
                <a:schemeClr val="bg1"/>
              </a:solidFill>
            </a:endParaRPr>
          </a:p>
        </p:txBody>
      </p:sp>
      <p:pic>
        <p:nvPicPr>
          <p:cNvPr id="4" name="Picture 3">
            <a:extLst>
              <a:ext uri="{FF2B5EF4-FFF2-40B4-BE49-F238E27FC236}">
                <a16:creationId xmlns:a16="http://schemas.microsoft.com/office/drawing/2014/main" id="{0ADA1BD9-9F1B-9F32-D3CD-05AC462D000F}"/>
              </a:ext>
            </a:extLst>
          </p:cNvPr>
          <p:cNvPicPr>
            <a:picLocks noChangeAspect="1"/>
          </p:cNvPicPr>
          <p:nvPr/>
        </p:nvPicPr>
        <p:blipFill>
          <a:blip r:embed="rId3"/>
          <a:stretch>
            <a:fillRect/>
          </a:stretch>
        </p:blipFill>
        <p:spPr>
          <a:xfrm>
            <a:off x="273916" y="265113"/>
            <a:ext cx="3264740" cy="765175"/>
          </a:xfrm>
          <a:prstGeom prst="rect">
            <a:avLst/>
          </a:prstGeom>
        </p:spPr>
      </p:pic>
      <p:graphicFrame>
        <p:nvGraphicFramePr>
          <p:cNvPr id="9" name="Table 8">
            <a:extLst>
              <a:ext uri="{FF2B5EF4-FFF2-40B4-BE49-F238E27FC236}">
                <a16:creationId xmlns:a16="http://schemas.microsoft.com/office/drawing/2014/main" id="{EBF1FF8C-EF43-002B-3A27-83716EE18256}"/>
              </a:ext>
            </a:extLst>
          </p:cNvPr>
          <p:cNvGraphicFramePr>
            <a:graphicFrameLocks noGrp="1"/>
          </p:cNvGraphicFramePr>
          <p:nvPr>
            <p:extLst>
              <p:ext uri="{D42A27DB-BD31-4B8C-83A1-F6EECF244321}">
                <p14:modId xmlns:p14="http://schemas.microsoft.com/office/powerpoint/2010/main" val="4215907538"/>
              </p:ext>
            </p:extLst>
          </p:nvPr>
        </p:nvGraphicFramePr>
        <p:xfrm>
          <a:off x="2876613" y="2782888"/>
          <a:ext cx="6438774" cy="3367405"/>
        </p:xfrm>
        <a:graphic>
          <a:graphicData uri="http://schemas.openxmlformats.org/drawingml/2006/table">
            <a:tbl>
              <a:tblPr firstRow="1" firstCol="1" bandRow="1">
                <a:tableStyleId>{5C22544A-7EE6-4342-B048-85BDC9FD1C3A}</a:tableStyleId>
              </a:tblPr>
              <a:tblGrid>
                <a:gridCol w="2021909">
                  <a:extLst>
                    <a:ext uri="{9D8B030D-6E8A-4147-A177-3AD203B41FA5}">
                      <a16:colId xmlns:a16="http://schemas.microsoft.com/office/drawing/2014/main" val="3320155926"/>
                    </a:ext>
                  </a:extLst>
                </a:gridCol>
                <a:gridCol w="2021909">
                  <a:extLst>
                    <a:ext uri="{9D8B030D-6E8A-4147-A177-3AD203B41FA5}">
                      <a16:colId xmlns:a16="http://schemas.microsoft.com/office/drawing/2014/main" val="3002223354"/>
                    </a:ext>
                  </a:extLst>
                </a:gridCol>
                <a:gridCol w="898180">
                  <a:extLst>
                    <a:ext uri="{9D8B030D-6E8A-4147-A177-3AD203B41FA5}">
                      <a16:colId xmlns:a16="http://schemas.microsoft.com/office/drawing/2014/main" val="1441234998"/>
                    </a:ext>
                  </a:extLst>
                </a:gridCol>
                <a:gridCol w="897607">
                  <a:extLst>
                    <a:ext uri="{9D8B030D-6E8A-4147-A177-3AD203B41FA5}">
                      <a16:colId xmlns:a16="http://schemas.microsoft.com/office/drawing/2014/main" val="1319078660"/>
                    </a:ext>
                  </a:extLst>
                </a:gridCol>
                <a:gridCol w="599169">
                  <a:extLst>
                    <a:ext uri="{9D8B030D-6E8A-4147-A177-3AD203B41FA5}">
                      <a16:colId xmlns:a16="http://schemas.microsoft.com/office/drawing/2014/main" val="880942843"/>
                    </a:ext>
                  </a:extLst>
                </a:gridCol>
              </a:tblGrid>
              <a:tr h="396959">
                <a:tc>
                  <a:txBody>
                    <a:bodyPr/>
                    <a:lstStyle/>
                    <a:p>
                      <a:pPr marL="200025" marR="29845" indent="-6350" algn="ctr">
                        <a:lnSpc>
                          <a:spcPct val="107000"/>
                        </a:lnSpc>
                        <a:spcAft>
                          <a:spcPts val="25"/>
                        </a:spcAft>
                        <a:buNone/>
                      </a:pPr>
                      <a:r>
                        <a:rPr lang="en-GB" sz="900" kern="100">
                          <a:effectLst/>
                        </a:rPr>
                        <a:t>CSP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dirty="0">
                          <a:effectLst/>
                        </a:rPr>
                        <a:t>Job Type </a:t>
                      </a:r>
                      <a:endParaRPr lang="en-GB" sz="1100" kern="100" dirty="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5400" indent="-6350" algn="ctr">
                        <a:lnSpc>
                          <a:spcPct val="107000"/>
                        </a:lnSpc>
                        <a:spcAft>
                          <a:spcPts val="25"/>
                        </a:spcAft>
                        <a:buNone/>
                      </a:pPr>
                      <a:r>
                        <a:rPr lang="en-GB" sz="900" kern="100" dirty="0">
                          <a:effectLst/>
                        </a:rPr>
                        <a:t>‘Initial’ CH </a:t>
                      </a:r>
                      <a:endParaRPr lang="en-GB" sz="1100" kern="100" dirty="0">
                        <a:effectLst/>
                      </a:endParaRPr>
                    </a:p>
                    <a:p>
                      <a:pPr marL="200025" marR="27305" indent="-6350" algn="ctr">
                        <a:lnSpc>
                          <a:spcPct val="107000"/>
                        </a:lnSpc>
                        <a:spcAft>
                          <a:spcPts val="25"/>
                        </a:spcAft>
                        <a:buNone/>
                      </a:pPr>
                      <a:r>
                        <a:rPr lang="en-GB" sz="900" kern="100" dirty="0">
                          <a:effectLst/>
                        </a:rPr>
                        <a:t>Type </a:t>
                      </a:r>
                      <a:endParaRPr lang="en-GB" sz="1100" kern="100" dirty="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a:effectLst/>
                        </a:rPr>
                        <a:t>‘WAN or Join </a:t>
                      </a:r>
                      <a:endParaRPr lang="en-GB" sz="1100" kern="100">
                        <a:effectLst/>
                      </a:endParaRPr>
                    </a:p>
                    <a:p>
                      <a:pPr marL="200025" marR="24130" indent="-6350" algn="ctr">
                        <a:lnSpc>
                          <a:spcPct val="107000"/>
                        </a:lnSpc>
                        <a:spcAft>
                          <a:spcPts val="25"/>
                        </a:spcAft>
                        <a:buNone/>
                      </a:pPr>
                      <a:r>
                        <a:rPr lang="en-GB" sz="900" kern="100">
                          <a:effectLst/>
                        </a:rPr>
                        <a:t>Fail’ CH Type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dirty="0">
                          <a:effectLst/>
                        </a:rPr>
                        <a:t>Abort </a:t>
                      </a:r>
                      <a:endParaRPr lang="en-GB" sz="1100" kern="100" dirty="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3011728414"/>
                  </a:ext>
                </a:extLst>
              </a:tr>
              <a:tr h="248285">
                <a:tc rowSpan="5">
                  <a:txBody>
                    <a:bodyPr/>
                    <a:lstStyle/>
                    <a:p>
                      <a:pPr marL="200025" marR="29210" indent="-6350" algn="ctr">
                        <a:lnSpc>
                          <a:spcPct val="107000"/>
                        </a:lnSpc>
                        <a:spcAft>
                          <a:spcPts val="25"/>
                        </a:spcAft>
                        <a:buNone/>
                      </a:pPr>
                      <a:r>
                        <a:rPr lang="en-GB" sz="900" kern="100">
                          <a:effectLst/>
                        </a:rPr>
                        <a:t>North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Single Phase – Single Rate CR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a:effectLst/>
                        </a:rPr>
                        <a:t>420</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3495" indent="-6350" algn="ctr">
                        <a:lnSpc>
                          <a:spcPct val="107000"/>
                        </a:lnSpc>
                        <a:spcAft>
                          <a:spcPts val="25"/>
                        </a:spcAft>
                        <a:buNone/>
                      </a:pPr>
                      <a:r>
                        <a:rPr lang="en-GB" sz="900" kern="100">
                          <a:effectLst/>
                        </a:rPr>
                        <a:t>420</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132360011"/>
                  </a:ext>
                </a:extLst>
              </a:tr>
              <a:tr h="248285">
                <a:tc vMerge="1">
                  <a:txBody>
                    <a:bodyPr/>
                    <a:lstStyle/>
                    <a:p>
                      <a:endParaRPr lang="en-GB"/>
                    </a:p>
                  </a:txBody>
                  <a:tcPr/>
                </a:tc>
                <a:tc>
                  <a:txBody>
                    <a:bodyPr/>
                    <a:lstStyle/>
                    <a:p>
                      <a:pPr marL="200025" marR="27940" indent="-6350" algn="ctr">
                        <a:lnSpc>
                          <a:spcPct val="107000"/>
                        </a:lnSpc>
                        <a:spcAft>
                          <a:spcPts val="25"/>
                        </a:spcAft>
                        <a:buNone/>
                      </a:pPr>
                      <a:r>
                        <a:rPr lang="en-GB" sz="900" kern="100">
                          <a:effectLst/>
                        </a:rPr>
                        <a:t>Sigle Phase – Single Rate PP</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a:effectLst/>
                        </a:rPr>
                        <a:t>420</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3495" indent="-6350" algn="ctr">
                        <a:lnSpc>
                          <a:spcPct val="107000"/>
                        </a:lnSpc>
                        <a:spcAft>
                          <a:spcPts val="25"/>
                        </a:spcAft>
                        <a:buNone/>
                      </a:pPr>
                      <a:r>
                        <a:rPr lang="en-GB" sz="900" kern="100">
                          <a:effectLst/>
                        </a:rPr>
                        <a:t>4G</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No</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2320098653"/>
                  </a:ext>
                </a:extLst>
              </a:tr>
              <a:tr h="263525">
                <a:tc vMerge="1">
                  <a:txBody>
                    <a:bodyPr/>
                    <a:lstStyle/>
                    <a:p>
                      <a:endParaRPr lang="en-GB"/>
                    </a:p>
                  </a:txBody>
                  <a:tcPr/>
                </a:tc>
                <a:tc>
                  <a:txBody>
                    <a:bodyPr/>
                    <a:lstStyle/>
                    <a:p>
                      <a:pPr marL="200025" marR="27940" indent="-6350" algn="ctr">
                        <a:lnSpc>
                          <a:spcPct val="107000"/>
                        </a:lnSpc>
                        <a:spcAft>
                          <a:spcPts val="25"/>
                        </a:spcAft>
                        <a:buNone/>
                      </a:pPr>
                      <a:r>
                        <a:rPr lang="en-GB" sz="900" kern="100">
                          <a:effectLst/>
                        </a:rPr>
                        <a:t>Single Phase – Multi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6035" indent="-6350" algn="ctr">
                        <a:lnSpc>
                          <a:spcPct val="107000"/>
                        </a:lnSpc>
                        <a:spcAft>
                          <a:spcPts val="25"/>
                        </a:spcAft>
                        <a:buNone/>
                      </a:pPr>
                      <a:r>
                        <a:rPr lang="en-GB" sz="900" kern="100">
                          <a:effectLst/>
                        </a:rPr>
                        <a:t>420/450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3495" indent="-6350" algn="ctr">
                        <a:lnSpc>
                          <a:spcPct val="107000"/>
                        </a:lnSpc>
                        <a:spcAft>
                          <a:spcPts val="25"/>
                        </a:spcAft>
                        <a:buNone/>
                      </a:pPr>
                      <a:r>
                        <a:rPr lang="en-GB" sz="900" kern="100">
                          <a:effectLst/>
                        </a:rPr>
                        <a:t>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extLst>
                  <a:ext uri="{0D108BD9-81ED-4DB2-BD59-A6C34878D82A}">
                    <a16:rowId xmlns:a16="http://schemas.microsoft.com/office/drawing/2014/main" val="3768559970"/>
                  </a:ext>
                </a:extLst>
              </a:tr>
              <a:tr h="248285">
                <a:tc vMerge="1">
                  <a:txBody>
                    <a:bodyPr/>
                    <a:lstStyle/>
                    <a:p>
                      <a:endParaRPr lang="en-GB"/>
                    </a:p>
                  </a:txBody>
                  <a:tcPr/>
                </a:tc>
                <a:tc>
                  <a:txBody>
                    <a:bodyPr/>
                    <a:lstStyle/>
                    <a:p>
                      <a:pPr marL="200025" marR="27940" indent="-6350" algn="ctr">
                        <a:lnSpc>
                          <a:spcPct val="107000"/>
                        </a:lnSpc>
                        <a:spcAft>
                          <a:spcPts val="25"/>
                        </a:spcAft>
                        <a:buNone/>
                      </a:pPr>
                      <a:r>
                        <a:rPr lang="en-GB" sz="900" kern="100">
                          <a:effectLst/>
                        </a:rPr>
                        <a:t>Three Phase – Single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035" indent="-6350" algn="ctr">
                        <a:lnSpc>
                          <a:spcPct val="107000"/>
                        </a:lnSpc>
                        <a:spcAft>
                          <a:spcPts val="25"/>
                        </a:spcAft>
                        <a:buNone/>
                      </a:pPr>
                      <a:r>
                        <a:rPr lang="en-GB" sz="900" kern="100">
                          <a:effectLst/>
                        </a:rPr>
                        <a:t>420/450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3495" indent="-6350" algn="ctr">
                        <a:lnSpc>
                          <a:spcPct val="107000"/>
                        </a:lnSpc>
                        <a:spcAft>
                          <a:spcPts val="25"/>
                        </a:spcAft>
                        <a:buNone/>
                      </a:pPr>
                      <a:r>
                        <a:rPr lang="en-GB" sz="900" kern="100">
                          <a:effectLst/>
                        </a:rPr>
                        <a:t>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1622067812"/>
                  </a:ext>
                </a:extLst>
              </a:tr>
              <a:tr h="263525">
                <a:tc vMerge="1">
                  <a:txBody>
                    <a:bodyPr/>
                    <a:lstStyle/>
                    <a:p>
                      <a:endParaRPr lang="en-GB"/>
                    </a:p>
                  </a:txBody>
                  <a:tcPr/>
                </a:tc>
                <a:tc>
                  <a:txBody>
                    <a:bodyPr/>
                    <a:lstStyle/>
                    <a:p>
                      <a:pPr marL="200025" marR="28575" indent="-6350" algn="ctr">
                        <a:lnSpc>
                          <a:spcPct val="107000"/>
                        </a:lnSpc>
                        <a:spcAft>
                          <a:spcPts val="25"/>
                        </a:spcAft>
                        <a:buNone/>
                      </a:pPr>
                      <a:r>
                        <a:rPr lang="en-GB" sz="900" kern="100">
                          <a:effectLst/>
                        </a:rPr>
                        <a:t>Three Phase – Multi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6035" indent="-6350" algn="ctr">
                        <a:lnSpc>
                          <a:spcPct val="107000"/>
                        </a:lnSpc>
                        <a:spcAft>
                          <a:spcPts val="25"/>
                        </a:spcAft>
                        <a:buNone/>
                      </a:pPr>
                      <a:r>
                        <a:rPr lang="en-GB" sz="900" kern="100">
                          <a:effectLst/>
                        </a:rPr>
                        <a:t>420/450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3495" indent="-6350" algn="ctr">
                        <a:lnSpc>
                          <a:spcPct val="107000"/>
                        </a:lnSpc>
                        <a:spcAft>
                          <a:spcPts val="25"/>
                        </a:spcAft>
                        <a:buNone/>
                      </a:pPr>
                      <a:r>
                        <a:rPr lang="en-GB" sz="900" kern="100">
                          <a:effectLst/>
                        </a:rPr>
                        <a:t>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5400" indent="-6350" algn="ctr">
                        <a:lnSpc>
                          <a:spcPct val="107000"/>
                        </a:lnSpc>
                        <a:spcAft>
                          <a:spcPts val="25"/>
                        </a:spcAft>
                        <a:buNone/>
                      </a:pPr>
                      <a:r>
                        <a:rPr lang="en-GB" sz="900" kern="100">
                          <a:effectLst/>
                        </a:rPr>
                        <a:t>Yes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extLst>
                  <a:ext uri="{0D108BD9-81ED-4DB2-BD59-A6C34878D82A}">
                    <a16:rowId xmlns:a16="http://schemas.microsoft.com/office/drawing/2014/main" val="2007510420"/>
                  </a:ext>
                </a:extLst>
              </a:tr>
              <a:tr h="274320">
                <a:tc rowSpan="4">
                  <a:txBody>
                    <a:bodyPr/>
                    <a:lstStyle/>
                    <a:p>
                      <a:pPr marL="200025" marR="360680" indent="-6350" algn="l">
                        <a:lnSpc>
                          <a:spcPct val="107000"/>
                        </a:lnSpc>
                        <a:spcAft>
                          <a:spcPts val="25"/>
                        </a:spcAft>
                        <a:buNone/>
                      </a:pPr>
                      <a:r>
                        <a:rPr lang="en-GB" sz="900" kern="100">
                          <a:effectLst/>
                        </a:rPr>
                        <a:t>Central </a:t>
                      </a:r>
                      <a:endParaRPr lang="en-GB" sz="1100" kern="100">
                        <a:effectLst/>
                      </a:endParaRPr>
                    </a:p>
                    <a:p>
                      <a:pPr marL="200025" marR="28575" indent="-6350" algn="ctr">
                        <a:lnSpc>
                          <a:spcPct val="107000"/>
                        </a:lnSpc>
                        <a:spcAft>
                          <a:spcPts val="25"/>
                        </a:spcAft>
                        <a:buNone/>
                      </a:pPr>
                      <a:r>
                        <a:rPr lang="en-GB" sz="900" kern="100">
                          <a:effectLst/>
                        </a:rPr>
                        <a:t>&amp; </a:t>
                      </a:r>
                      <a:endParaRPr lang="en-GB" sz="1100" kern="100">
                        <a:effectLst/>
                      </a:endParaRPr>
                    </a:p>
                    <a:p>
                      <a:pPr marL="200025" marR="27940" indent="-6350" algn="ctr">
                        <a:lnSpc>
                          <a:spcPct val="107000"/>
                        </a:lnSpc>
                        <a:spcAft>
                          <a:spcPts val="25"/>
                        </a:spcAft>
                        <a:buNone/>
                      </a:pPr>
                      <a:r>
                        <a:rPr lang="en-GB" sz="900" kern="100">
                          <a:effectLst/>
                        </a:rPr>
                        <a:t>South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Single Phase – Single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667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extLst>
                  <a:ext uri="{0D108BD9-81ED-4DB2-BD59-A6C34878D82A}">
                    <a16:rowId xmlns:a16="http://schemas.microsoft.com/office/drawing/2014/main" val="1160938507"/>
                  </a:ext>
                </a:extLst>
              </a:tr>
              <a:tr h="276225">
                <a:tc vMerge="1">
                  <a:txBody>
                    <a:bodyPr/>
                    <a:lstStyle/>
                    <a:p>
                      <a:endParaRPr lang="en-GB"/>
                    </a:p>
                  </a:txBody>
                  <a:tcPr/>
                </a:tc>
                <a:tc>
                  <a:txBody>
                    <a:bodyPr/>
                    <a:lstStyle/>
                    <a:p>
                      <a:pPr marL="200025" marR="27940" indent="-6350" algn="ctr">
                        <a:lnSpc>
                          <a:spcPct val="107000"/>
                        </a:lnSpc>
                        <a:spcAft>
                          <a:spcPts val="25"/>
                        </a:spcAft>
                        <a:buNone/>
                      </a:pPr>
                      <a:r>
                        <a:rPr lang="en-GB" sz="900" kern="100">
                          <a:effectLst/>
                        </a:rPr>
                        <a:t>Single Phase – Multi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667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nchor="ctr"/>
                </a:tc>
                <a:extLst>
                  <a:ext uri="{0D108BD9-81ED-4DB2-BD59-A6C34878D82A}">
                    <a16:rowId xmlns:a16="http://schemas.microsoft.com/office/drawing/2014/main" val="309081710"/>
                  </a:ext>
                </a:extLst>
              </a:tr>
              <a:tr h="224155">
                <a:tc vMerge="1">
                  <a:txBody>
                    <a:bodyPr/>
                    <a:lstStyle/>
                    <a:p>
                      <a:endParaRPr lang="en-GB"/>
                    </a:p>
                  </a:txBody>
                  <a:tcPr/>
                </a:tc>
                <a:tc>
                  <a:txBody>
                    <a:bodyPr/>
                    <a:lstStyle/>
                    <a:p>
                      <a:pPr marL="200025" marR="27940" indent="-6350" algn="ctr">
                        <a:lnSpc>
                          <a:spcPct val="107000"/>
                        </a:lnSpc>
                        <a:spcAft>
                          <a:spcPts val="25"/>
                        </a:spcAft>
                        <a:buNone/>
                      </a:pPr>
                      <a:r>
                        <a:rPr lang="en-GB" sz="900" kern="100">
                          <a:effectLst/>
                        </a:rPr>
                        <a:t>Three Phase – Single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67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No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3899666213"/>
                  </a:ext>
                </a:extLst>
              </a:tr>
              <a:tr h="219075">
                <a:tc vMerge="1">
                  <a:txBody>
                    <a:bodyPr/>
                    <a:lstStyle/>
                    <a:p>
                      <a:endParaRPr lang="en-GB"/>
                    </a:p>
                  </a:txBody>
                  <a:tcPr/>
                </a:tc>
                <a:tc>
                  <a:txBody>
                    <a:bodyPr/>
                    <a:lstStyle/>
                    <a:p>
                      <a:pPr marL="200025" marR="28575" indent="-6350" algn="ctr">
                        <a:lnSpc>
                          <a:spcPct val="107000"/>
                        </a:lnSpc>
                        <a:spcAft>
                          <a:spcPts val="25"/>
                        </a:spcAft>
                        <a:buNone/>
                      </a:pPr>
                      <a:r>
                        <a:rPr lang="en-GB" sz="900" kern="100">
                          <a:effectLst/>
                        </a:rPr>
                        <a:t>Three Phase – Multi Rate CR &amp; PP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794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6670" indent="-6350" algn="ctr">
                        <a:lnSpc>
                          <a:spcPct val="107000"/>
                        </a:lnSpc>
                        <a:spcAft>
                          <a:spcPts val="25"/>
                        </a:spcAft>
                        <a:buNone/>
                      </a:pPr>
                      <a:r>
                        <a:rPr lang="en-GB" sz="900" kern="100">
                          <a:effectLst/>
                        </a:rPr>
                        <a:t>2/3/4G </a:t>
                      </a:r>
                      <a:endParaRPr lang="en-GB" sz="1100" kern="100">
                        <a:solidFill>
                          <a:srgbClr val="000000"/>
                        </a:solidFill>
                        <a:effectLst/>
                        <a:latin typeface="Calibri" panose="020F0502020204030204" pitchFamily="34" charset="0"/>
                        <a:ea typeface="Calibri" panose="020F0502020204030204" pitchFamily="34" charset="0"/>
                      </a:endParaRPr>
                    </a:p>
                  </a:txBody>
                  <a:tcPr marL="90170" marR="63500" marT="60960" marB="0"/>
                </a:tc>
                <a:tc>
                  <a:txBody>
                    <a:bodyPr/>
                    <a:lstStyle/>
                    <a:p>
                      <a:pPr marL="200025" marR="25400" indent="-6350" algn="ctr">
                        <a:lnSpc>
                          <a:spcPct val="107000"/>
                        </a:lnSpc>
                        <a:spcAft>
                          <a:spcPts val="25"/>
                        </a:spcAft>
                        <a:buNone/>
                      </a:pPr>
                      <a:r>
                        <a:rPr lang="en-GB" sz="900" kern="100" dirty="0">
                          <a:effectLst/>
                        </a:rPr>
                        <a:t>Yes </a:t>
                      </a:r>
                      <a:endParaRPr lang="en-GB" sz="1100" kern="100" dirty="0">
                        <a:solidFill>
                          <a:srgbClr val="000000"/>
                        </a:solidFill>
                        <a:effectLst/>
                        <a:latin typeface="Calibri" panose="020F0502020204030204" pitchFamily="34" charset="0"/>
                        <a:ea typeface="Calibri" panose="020F0502020204030204" pitchFamily="34" charset="0"/>
                      </a:endParaRPr>
                    </a:p>
                  </a:txBody>
                  <a:tcPr marL="90170" marR="63500" marT="60960" marB="0"/>
                </a:tc>
                <a:extLst>
                  <a:ext uri="{0D108BD9-81ED-4DB2-BD59-A6C34878D82A}">
                    <a16:rowId xmlns:a16="http://schemas.microsoft.com/office/drawing/2014/main" val="3955905328"/>
                  </a:ext>
                </a:extLst>
              </a:tr>
            </a:tbl>
          </a:graphicData>
        </a:graphic>
      </p:graphicFrame>
      <p:sp>
        <p:nvSpPr>
          <p:cNvPr id="8" name="TextBox 7">
            <a:extLst>
              <a:ext uri="{FF2B5EF4-FFF2-40B4-BE49-F238E27FC236}">
                <a16:creationId xmlns:a16="http://schemas.microsoft.com/office/drawing/2014/main" id="{B142CD6B-0D1F-BC56-2BF1-B4CB46154958}"/>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D7DE88A1-5FB3-F8BE-2591-2F0F41A9F7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AF5A4339-1B97-5F20-2165-5F7DD5713A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75427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447A4E60-2AEA-C793-D94C-4CA85DF4C89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3BC2B2F-85C7-5D58-7DA4-77737B2B600A}"/>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0141B50-8FC3-E7A6-EBC1-580031A706A4}"/>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A3A736A3-AEDD-025D-C760-76D0F5C364D9}"/>
              </a:ext>
            </a:extLst>
          </p:cNvPr>
          <p:cNvSpPr>
            <a:spLocks noGrp="1"/>
          </p:cNvSpPr>
          <p:nvPr>
            <p:ph type="subTitle" idx="1"/>
          </p:nvPr>
        </p:nvSpPr>
        <p:spPr>
          <a:xfrm>
            <a:off x="623316" y="1660525"/>
            <a:ext cx="10945368" cy="5058327"/>
          </a:xfrm>
        </p:spPr>
        <p:txBody>
          <a:bodyPr>
            <a:normAutofit/>
          </a:bodyPr>
          <a:lstStyle/>
          <a:p>
            <a:r>
              <a:rPr lang="en-US" sz="2800" dirty="0">
                <a:solidFill>
                  <a:schemeClr val="bg1"/>
                </a:solidFill>
              </a:rPr>
              <a:t>4 - Smart Meter Installation Requirements</a:t>
            </a:r>
            <a:br>
              <a:rPr lang="en-US" sz="2000" dirty="0">
                <a:solidFill>
                  <a:schemeClr val="bg1"/>
                </a:solidFill>
              </a:rPr>
            </a:br>
            <a:endParaRPr lang="en-US" sz="2000" dirty="0">
              <a:solidFill>
                <a:schemeClr val="bg1"/>
              </a:solidFill>
            </a:endParaRPr>
          </a:p>
          <a:p>
            <a:r>
              <a:rPr lang="en-US" sz="2000" dirty="0">
                <a:solidFill>
                  <a:schemeClr val="bg1"/>
                </a:solidFill>
              </a:rPr>
              <a:t>All smart jobs require a smart meter and must include a Communications Hub (CH).</a:t>
            </a:r>
          </a:p>
          <a:p>
            <a:r>
              <a:rPr lang="en-US" sz="2000" dirty="0">
                <a:solidFill>
                  <a:schemeClr val="bg1"/>
                </a:solidFill>
              </a:rPr>
              <a:t>Newly installed meters must not be swapped unless believed to be faulty, unless otherwise instructed by SESM smart support or by the SP Field Support Team.</a:t>
            </a:r>
            <a:br>
              <a:rPr lang="en-US" sz="2000" dirty="0">
                <a:solidFill>
                  <a:schemeClr val="bg1"/>
                </a:solidFill>
              </a:rPr>
            </a:br>
            <a:endParaRPr lang="en-US" sz="2000" dirty="0">
              <a:solidFill>
                <a:schemeClr val="bg1"/>
              </a:solidFill>
            </a:endParaRPr>
          </a:p>
          <a:p>
            <a:r>
              <a:rPr lang="en-US" sz="2000" dirty="0">
                <a:solidFill>
                  <a:schemeClr val="bg1"/>
                </a:solidFill>
              </a:rPr>
              <a:t>Faulty Device Removal</a:t>
            </a:r>
          </a:p>
          <a:p>
            <a:r>
              <a:rPr lang="en-US" sz="2000" dirty="0">
                <a:solidFill>
                  <a:schemeClr val="bg1"/>
                </a:solidFill>
              </a:rPr>
              <a:t>Removal of any newly installed faulty device must be approved by the MOA Support Team</a:t>
            </a:r>
            <a:endParaRPr lang="en-GB" sz="2000" dirty="0">
              <a:solidFill>
                <a:schemeClr val="bg1"/>
              </a:solidFill>
            </a:endParaRPr>
          </a:p>
        </p:txBody>
      </p:sp>
      <p:pic>
        <p:nvPicPr>
          <p:cNvPr id="4" name="Picture 3">
            <a:extLst>
              <a:ext uri="{FF2B5EF4-FFF2-40B4-BE49-F238E27FC236}">
                <a16:creationId xmlns:a16="http://schemas.microsoft.com/office/drawing/2014/main" id="{CD47AB71-7DB2-17A0-AC74-DE70B2E5AC94}"/>
              </a:ext>
            </a:extLst>
          </p:cNvPr>
          <p:cNvPicPr>
            <a:picLocks noChangeAspect="1"/>
          </p:cNvPicPr>
          <p:nvPr/>
        </p:nvPicPr>
        <p:blipFill>
          <a:blip r:embed="rId3"/>
          <a:stretch>
            <a:fillRect/>
          </a:stretch>
        </p:blipFill>
        <p:spPr>
          <a:xfrm>
            <a:off x="273916" y="265113"/>
            <a:ext cx="3264740" cy="765175"/>
          </a:xfrm>
          <a:prstGeom prst="rect">
            <a:avLst/>
          </a:prstGeom>
        </p:spPr>
      </p:pic>
      <p:graphicFrame>
        <p:nvGraphicFramePr>
          <p:cNvPr id="12" name="Table 11">
            <a:extLst>
              <a:ext uri="{FF2B5EF4-FFF2-40B4-BE49-F238E27FC236}">
                <a16:creationId xmlns:a16="http://schemas.microsoft.com/office/drawing/2014/main" id="{7D6A2B41-8862-0D53-E837-066650D350F5}"/>
              </a:ext>
            </a:extLst>
          </p:cNvPr>
          <p:cNvGraphicFramePr>
            <a:graphicFrameLocks noGrp="1"/>
          </p:cNvGraphicFramePr>
          <p:nvPr>
            <p:extLst>
              <p:ext uri="{D42A27DB-BD31-4B8C-83A1-F6EECF244321}">
                <p14:modId xmlns:p14="http://schemas.microsoft.com/office/powerpoint/2010/main" val="2428097803"/>
              </p:ext>
            </p:extLst>
          </p:nvPr>
        </p:nvGraphicFramePr>
        <p:xfrm>
          <a:off x="3331885" y="4566410"/>
          <a:ext cx="5278185" cy="2123189"/>
        </p:xfrm>
        <a:graphic>
          <a:graphicData uri="http://schemas.openxmlformats.org/drawingml/2006/table">
            <a:tbl>
              <a:tblPr firstRow="1" firstCol="1" bandRow="1">
                <a:tableStyleId>{5C22544A-7EE6-4342-B048-85BDC9FD1C3A}</a:tableStyleId>
              </a:tblPr>
              <a:tblGrid>
                <a:gridCol w="1975837">
                  <a:extLst>
                    <a:ext uri="{9D8B030D-6E8A-4147-A177-3AD203B41FA5}">
                      <a16:colId xmlns:a16="http://schemas.microsoft.com/office/drawing/2014/main" val="2697087149"/>
                    </a:ext>
                  </a:extLst>
                </a:gridCol>
                <a:gridCol w="1981601">
                  <a:extLst>
                    <a:ext uri="{9D8B030D-6E8A-4147-A177-3AD203B41FA5}">
                      <a16:colId xmlns:a16="http://schemas.microsoft.com/office/drawing/2014/main" val="2193607340"/>
                    </a:ext>
                  </a:extLst>
                </a:gridCol>
                <a:gridCol w="1320747">
                  <a:extLst>
                    <a:ext uri="{9D8B030D-6E8A-4147-A177-3AD203B41FA5}">
                      <a16:colId xmlns:a16="http://schemas.microsoft.com/office/drawing/2014/main" val="619767199"/>
                    </a:ext>
                  </a:extLst>
                </a:gridCol>
              </a:tblGrid>
              <a:tr h="467360">
                <a:tc>
                  <a:txBody>
                    <a:bodyPr/>
                    <a:lstStyle/>
                    <a:p>
                      <a:pPr marL="200025" marR="212725" indent="-6350" algn="ctr">
                        <a:lnSpc>
                          <a:spcPct val="107000"/>
                        </a:lnSpc>
                        <a:spcAft>
                          <a:spcPts val="25"/>
                        </a:spcAft>
                        <a:buNone/>
                      </a:pPr>
                      <a:r>
                        <a:rPr lang="en-GB" sz="1200" kern="100">
                          <a:effectLst/>
                        </a:rPr>
                        <a:t>Job Type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nchor="ctr"/>
                </a:tc>
                <a:tc>
                  <a:txBody>
                    <a:bodyPr/>
                    <a:lstStyle/>
                    <a:p>
                      <a:pPr marL="105410" marR="360680" indent="-6350" algn="ctr">
                        <a:lnSpc>
                          <a:spcPct val="107000"/>
                        </a:lnSpc>
                        <a:spcAft>
                          <a:spcPts val="25"/>
                        </a:spcAft>
                        <a:buNone/>
                      </a:pPr>
                      <a:r>
                        <a:rPr lang="en-GB" sz="1200" kern="100">
                          <a:effectLst/>
                        </a:rPr>
                        <a:t>Meter Type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nchor="ctr"/>
                </a:tc>
                <a:tc>
                  <a:txBody>
                    <a:bodyPr/>
                    <a:lstStyle/>
                    <a:p>
                      <a:pPr marL="12065" marR="360680" indent="-6350" algn="ctr">
                        <a:lnSpc>
                          <a:spcPct val="107000"/>
                        </a:lnSpc>
                        <a:spcAft>
                          <a:spcPts val="25"/>
                        </a:spcAft>
                        <a:buNone/>
                      </a:pPr>
                      <a:r>
                        <a:rPr lang="en-GB" sz="1200" kern="100">
                          <a:effectLst/>
                        </a:rPr>
                        <a:t>IL / IJL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nchor="ctr"/>
                </a:tc>
                <a:extLst>
                  <a:ext uri="{0D108BD9-81ED-4DB2-BD59-A6C34878D82A}">
                    <a16:rowId xmlns:a16="http://schemas.microsoft.com/office/drawing/2014/main" val="2094658642"/>
                  </a:ext>
                </a:extLst>
              </a:tr>
              <a:tr h="213995">
                <a:tc>
                  <a:txBody>
                    <a:bodyPr/>
                    <a:lstStyle/>
                    <a:p>
                      <a:pPr marL="15240" marR="360680" indent="-6350" algn="ctr">
                        <a:lnSpc>
                          <a:spcPct val="107000"/>
                        </a:lnSpc>
                        <a:spcAft>
                          <a:spcPts val="25"/>
                        </a:spcAft>
                        <a:buNone/>
                      </a:pPr>
                      <a:r>
                        <a:rPr lang="en-GB" sz="1200" kern="100">
                          <a:effectLst/>
                        </a:rPr>
                        <a:t>Single Rate 1ph</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106045" indent="-6350" algn="ctr">
                        <a:lnSpc>
                          <a:spcPct val="107000"/>
                        </a:lnSpc>
                        <a:spcAft>
                          <a:spcPts val="25"/>
                        </a:spcAft>
                        <a:buNone/>
                      </a:pPr>
                      <a:r>
                        <a:rPr lang="en-GB" sz="1200" kern="100">
                          <a:effectLst/>
                        </a:rPr>
                        <a:t>4T SMART</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0820" indent="-6350" algn="ctr">
                        <a:lnSpc>
                          <a:spcPct val="107000"/>
                        </a:lnSpc>
                        <a:spcAft>
                          <a:spcPts val="25"/>
                        </a:spcAft>
                        <a:buNone/>
                      </a:pPr>
                      <a:r>
                        <a:rPr lang="en-GB" sz="1200" kern="100">
                          <a:effectLst/>
                        </a:rPr>
                        <a:t>Yes</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1584869850"/>
                  </a:ext>
                </a:extLst>
              </a:tr>
              <a:tr h="193675">
                <a:tc>
                  <a:txBody>
                    <a:bodyPr/>
                    <a:lstStyle/>
                    <a:p>
                      <a:pPr marL="52070" marR="360680" indent="-6350" algn="ctr">
                        <a:lnSpc>
                          <a:spcPct val="107000"/>
                        </a:lnSpc>
                        <a:spcAft>
                          <a:spcPts val="25"/>
                        </a:spcAft>
                        <a:buNone/>
                      </a:pPr>
                      <a:r>
                        <a:rPr lang="en-GB" sz="1200" kern="100">
                          <a:effectLst/>
                        </a:rPr>
                        <a:t>Multi Rate 1ph</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107315" indent="-6350" algn="ctr">
                        <a:lnSpc>
                          <a:spcPct val="107000"/>
                        </a:lnSpc>
                        <a:spcAft>
                          <a:spcPts val="25"/>
                        </a:spcAft>
                        <a:buNone/>
                      </a:pPr>
                      <a:r>
                        <a:rPr lang="en-GB" sz="1200" kern="100">
                          <a:effectLst/>
                        </a:rPr>
                        <a:t>5T SMART</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0820" indent="-6350" algn="ctr">
                        <a:lnSpc>
                          <a:spcPct val="107000"/>
                        </a:lnSpc>
                        <a:spcAft>
                          <a:spcPts val="25"/>
                        </a:spcAft>
                        <a:buNone/>
                      </a:pPr>
                      <a:r>
                        <a:rPr lang="en-GB" sz="1200" kern="100" dirty="0">
                          <a:effectLst/>
                        </a:rPr>
                        <a:t>Yes</a:t>
                      </a:r>
                      <a:r>
                        <a:rPr lang="en-GB" sz="1400" kern="100" dirty="0">
                          <a:effectLst/>
                        </a:rPr>
                        <a:t> </a:t>
                      </a:r>
                      <a:endParaRPr lang="en-GB" sz="1800" kern="100" dirty="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3193628398"/>
                  </a:ext>
                </a:extLst>
              </a:tr>
              <a:tr h="172720">
                <a:tc>
                  <a:txBody>
                    <a:bodyPr/>
                    <a:lstStyle/>
                    <a:p>
                      <a:pPr marL="200025" marR="360680" indent="-6350" algn="ctr">
                        <a:lnSpc>
                          <a:spcPct val="107000"/>
                        </a:lnSpc>
                        <a:spcAft>
                          <a:spcPts val="25"/>
                        </a:spcAft>
                        <a:buNone/>
                      </a:pPr>
                      <a:r>
                        <a:rPr lang="en-GB" sz="1200" kern="100">
                          <a:effectLst/>
                        </a:rPr>
                        <a:t>Single Rate 3ph</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111760" marR="360680" indent="-6350" algn="ctr">
                        <a:lnSpc>
                          <a:spcPct val="107000"/>
                        </a:lnSpc>
                        <a:spcAft>
                          <a:spcPts val="25"/>
                        </a:spcAft>
                        <a:buNone/>
                      </a:pPr>
                      <a:r>
                        <a:rPr lang="en-GB" sz="1200" kern="100">
                          <a:effectLst/>
                        </a:rPr>
                        <a:t>3ph SMART</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0820" indent="-6350" algn="ctr">
                        <a:lnSpc>
                          <a:spcPct val="107000"/>
                        </a:lnSpc>
                        <a:spcAft>
                          <a:spcPts val="25"/>
                        </a:spcAft>
                        <a:buNone/>
                      </a:pPr>
                      <a:r>
                        <a:rPr lang="en-GB" sz="1200" kern="100">
                          <a:effectLst/>
                        </a:rPr>
                        <a:t>Yes</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682197385"/>
                  </a:ext>
                </a:extLst>
              </a:tr>
              <a:tr h="196850">
                <a:tc>
                  <a:txBody>
                    <a:bodyPr/>
                    <a:lstStyle/>
                    <a:p>
                      <a:pPr marL="36830" marR="360680" indent="-6350" algn="ctr">
                        <a:lnSpc>
                          <a:spcPct val="107000"/>
                        </a:lnSpc>
                        <a:spcAft>
                          <a:spcPts val="25"/>
                        </a:spcAft>
                        <a:buNone/>
                      </a:pPr>
                      <a:r>
                        <a:rPr lang="en-GB" sz="1200" kern="100">
                          <a:effectLst/>
                        </a:rPr>
                        <a:t>Multi Rate 3ph</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111760" marR="360680" indent="-6350" algn="ctr">
                        <a:lnSpc>
                          <a:spcPct val="107000"/>
                        </a:lnSpc>
                        <a:spcAft>
                          <a:spcPts val="25"/>
                        </a:spcAft>
                        <a:buNone/>
                      </a:pPr>
                      <a:r>
                        <a:rPr lang="en-GB" sz="1200" kern="100">
                          <a:effectLst/>
                        </a:rPr>
                        <a:t>3ph SMART</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3360" indent="-6350" algn="ctr">
                        <a:lnSpc>
                          <a:spcPct val="107000"/>
                        </a:lnSpc>
                        <a:spcAft>
                          <a:spcPts val="25"/>
                        </a:spcAft>
                        <a:buNone/>
                      </a:pPr>
                      <a:r>
                        <a:rPr lang="en-GB" sz="1200" kern="100">
                          <a:effectLst/>
                        </a:rPr>
                        <a:t>No</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1338193235"/>
                  </a:ext>
                </a:extLst>
              </a:tr>
              <a:tr h="178435">
                <a:tc>
                  <a:txBody>
                    <a:bodyPr/>
                    <a:lstStyle/>
                    <a:p>
                      <a:pPr marL="200025" marR="106680" indent="-6350" algn="ctr">
                        <a:lnSpc>
                          <a:spcPct val="107000"/>
                        </a:lnSpc>
                        <a:spcAft>
                          <a:spcPts val="25"/>
                        </a:spcAft>
                        <a:buNone/>
                      </a:pPr>
                      <a:r>
                        <a:rPr lang="en-GB" sz="1200" kern="100">
                          <a:effectLst/>
                        </a:rPr>
                        <a:t>Gas</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104140" indent="-6350" algn="ctr">
                        <a:lnSpc>
                          <a:spcPct val="107000"/>
                        </a:lnSpc>
                        <a:spcAft>
                          <a:spcPts val="25"/>
                        </a:spcAft>
                        <a:buNone/>
                      </a:pPr>
                      <a:r>
                        <a:rPr lang="en-GB" sz="1200" kern="100">
                          <a:effectLst/>
                        </a:rPr>
                        <a:t>SMART</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0820" indent="-6350" algn="ctr">
                        <a:lnSpc>
                          <a:spcPct val="107000"/>
                        </a:lnSpc>
                        <a:spcAft>
                          <a:spcPts val="25"/>
                        </a:spcAft>
                        <a:buNone/>
                      </a:pPr>
                      <a:r>
                        <a:rPr lang="en-GB" sz="1200" kern="100">
                          <a:effectLst/>
                        </a:rPr>
                        <a:t>Yes</a:t>
                      </a:r>
                      <a:r>
                        <a:rPr lang="en-GB" sz="14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1477515113"/>
                  </a:ext>
                </a:extLst>
              </a:tr>
              <a:tr h="191135">
                <a:tc>
                  <a:txBody>
                    <a:bodyPr/>
                    <a:lstStyle/>
                    <a:p>
                      <a:pPr marL="21590" marR="360680" indent="-6350" algn="ctr">
                        <a:lnSpc>
                          <a:spcPct val="107000"/>
                        </a:lnSpc>
                        <a:spcAft>
                          <a:spcPts val="25"/>
                        </a:spcAft>
                        <a:buNone/>
                      </a:pPr>
                      <a:r>
                        <a:rPr lang="en-GB" sz="1200" kern="100">
                          <a:effectLst/>
                        </a:rPr>
                        <a:t>Smart to Smart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104140" indent="-6350" algn="ctr">
                        <a:lnSpc>
                          <a:spcPct val="107000"/>
                        </a:lnSpc>
                        <a:spcAft>
                          <a:spcPts val="25"/>
                        </a:spcAft>
                        <a:buNone/>
                      </a:pPr>
                      <a:r>
                        <a:rPr lang="en-GB" sz="1200" kern="100">
                          <a:effectLst/>
                        </a:rPr>
                        <a:t>SMART </a:t>
                      </a:r>
                      <a:endParaRPr lang="en-GB" sz="1800" kern="100">
                        <a:solidFill>
                          <a:srgbClr val="000000"/>
                        </a:solidFill>
                        <a:effectLst/>
                        <a:latin typeface="Calibri" panose="020F0502020204030204" pitchFamily="34" charset="0"/>
                        <a:ea typeface="Calibri" panose="020F0502020204030204" pitchFamily="34" charset="0"/>
                      </a:endParaRPr>
                    </a:p>
                  </a:txBody>
                  <a:tcPr marL="285750" marR="73025" marT="28575" marB="0"/>
                </a:tc>
                <a:tc>
                  <a:txBody>
                    <a:bodyPr/>
                    <a:lstStyle/>
                    <a:p>
                      <a:pPr marL="200025" marR="210820" indent="-6350" algn="ctr">
                        <a:lnSpc>
                          <a:spcPct val="107000"/>
                        </a:lnSpc>
                        <a:spcAft>
                          <a:spcPts val="25"/>
                        </a:spcAft>
                        <a:buNone/>
                      </a:pPr>
                      <a:r>
                        <a:rPr lang="en-GB" sz="1200" kern="100" dirty="0">
                          <a:effectLst/>
                        </a:rPr>
                        <a:t>Yes </a:t>
                      </a:r>
                      <a:endParaRPr lang="en-GB" sz="1800" kern="100" dirty="0">
                        <a:solidFill>
                          <a:srgbClr val="000000"/>
                        </a:solidFill>
                        <a:effectLst/>
                        <a:latin typeface="Calibri" panose="020F0502020204030204" pitchFamily="34" charset="0"/>
                        <a:ea typeface="Calibri" panose="020F0502020204030204" pitchFamily="34" charset="0"/>
                      </a:endParaRPr>
                    </a:p>
                  </a:txBody>
                  <a:tcPr marL="285750" marR="73025" marT="28575" marB="0"/>
                </a:tc>
                <a:extLst>
                  <a:ext uri="{0D108BD9-81ED-4DB2-BD59-A6C34878D82A}">
                    <a16:rowId xmlns:a16="http://schemas.microsoft.com/office/drawing/2014/main" val="4003975402"/>
                  </a:ext>
                </a:extLst>
              </a:tr>
            </a:tbl>
          </a:graphicData>
        </a:graphic>
      </p:graphicFrame>
      <p:sp>
        <p:nvSpPr>
          <p:cNvPr id="13" name="Rectangle 3">
            <a:extLst>
              <a:ext uri="{FF2B5EF4-FFF2-40B4-BE49-F238E27FC236}">
                <a16:creationId xmlns:a16="http://schemas.microsoft.com/office/drawing/2014/main" id="{439EB653-67D2-50AB-00D8-BEE062045753}"/>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A logo with green text&#10;&#10;AI-generated content may be incorrect.">
            <a:extLst>
              <a:ext uri="{FF2B5EF4-FFF2-40B4-BE49-F238E27FC236}">
                <a16:creationId xmlns:a16="http://schemas.microsoft.com/office/drawing/2014/main" id="{3518D1CF-649B-2F9D-48B2-FCB8C39680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9" name="Picture 8" descr="A green logo with white text&#10;&#10;AI-generated content may be incorrect.">
            <a:extLst>
              <a:ext uri="{FF2B5EF4-FFF2-40B4-BE49-F238E27FC236}">
                <a16:creationId xmlns:a16="http://schemas.microsoft.com/office/drawing/2014/main" id="{365EB22D-3021-339A-A3C3-EAEA883698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784535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A0F1BDF4-2BCC-6A65-4F14-C6F755F97D3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9296F0A-66B7-BFFE-D333-8FA61E605AE7}"/>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32BF270-95A5-939D-CE88-7CFFF5274171}"/>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2FC7F7ED-4112-6C7E-761E-ADC1C91E5FD6}"/>
              </a:ext>
            </a:extLst>
          </p:cNvPr>
          <p:cNvSpPr>
            <a:spLocks noGrp="1"/>
          </p:cNvSpPr>
          <p:nvPr>
            <p:ph type="subTitle" idx="1"/>
          </p:nvPr>
        </p:nvSpPr>
        <p:spPr>
          <a:xfrm>
            <a:off x="623316" y="1660525"/>
            <a:ext cx="10945368" cy="5058327"/>
          </a:xfrm>
        </p:spPr>
        <p:txBody>
          <a:bodyPr>
            <a:normAutofit/>
          </a:bodyPr>
          <a:lstStyle/>
          <a:p>
            <a:r>
              <a:rPr lang="en-US" sz="2800" dirty="0">
                <a:solidFill>
                  <a:schemeClr val="bg1"/>
                </a:solidFill>
              </a:rPr>
              <a:t>5 – WAN</a:t>
            </a:r>
          </a:p>
          <a:p>
            <a:r>
              <a:rPr lang="en-GB" dirty="0">
                <a:solidFill>
                  <a:schemeClr val="bg1"/>
                </a:solidFill>
              </a:rPr>
              <a:t>Before executing the ‘HHT Start’ process, it is expected that the Engineer will consider the CH LED sequence. Where the LED indicates No WAN, the Engineer should follow the process in the table below. </a:t>
            </a:r>
          </a:p>
          <a:p>
            <a:endParaRPr lang="en-GB" sz="2000" dirty="0">
              <a:solidFill>
                <a:schemeClr val="bg1"/>
              </a:solidFill>
            </a:endParaRPr>
          </a:p>
        </p:txBody>
      </p:sp>
      <p:pic>
        <p:nvPicPr>
          <p:cNvPr id="4" name="Picture 3">
            <a:extLst>
              <a:ext uri="{FF2B5EF4-FFF2-40B4-BE49-F238E27FC236}">
                <a16:creationId xmlns:a16="http://schemas.microsoft.com/office/drawing/2014/main" id="{85DBE29F-1948-4FBE-32E0-C75391018481}"/>
              </a:ext>
            </a:extLst>
          </p:cNvPr>
          <p:cNvPicPr>
            <a:picLocks noChangeAspect="1"/>
          </p:cNvPicPr>
          <p:nvPr/>
        </p:nvPicPr>
        <p:blipFill>
          <a:blip r:embed="rId3"/>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1CCF68FE-BE9E-00FB-8C68-243421C6D9A4}"/>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052368F0-6F99-66F9-491E-2B600B0DF973}"/>
              </a:ext>
            </a:extLst>
          </p:cNvPr>
          <p:cNvGraphicFramePr>
            <a:graphicFrameLocks noGrp="1"/>
          </p:cNvGraphicFramePr>
          <p:nvPr>
            <p:extLst>
              <p:ext uri="{D42A27DB-BD31-4B8C-83A1-F6EECF244321}">
                <p14:modId xmlns:p14="http://schemas.microsoft.com/office/powerpoint/2010/main" val="1777986264"/>
              </p:ext>
            </p:extLst>
          </p:nvPr>
        </p:nvGraphicFramePr>
        <p:xfrm>
          <a:off x="395415" y="3427413"/>
          <a:ext cx="5389245" cy="2732152"/>
        </p:xfrm>
        <a:graphic>
          <a:graphicData uri="http://schemas.openxmlformats.org/drawingml/2006/table">
            <a:tbl>
              <a:tblPr firstRow="1" firstCol="1" bandRow="1">
                <a:tableStyleId>{5C22544A-7EE6-4342-B048-85BDC9FD1C3A}</a:tableStyleId>
              </a:tblPr>
              <a:tblGrid>
                <a:gridCol w="296545">
                  <a:extLst>
                    <a:ext uri="{9D8B030D-6E8A-4147-A177-3AD203B41FA5}">
                      <a16:colId xmlns:a16="http://schemas.microsoft.com/office/drawing/2014/main" val="2934281143"/>
                    </a:ext>
                  </a:extLst>
                </a:gridCol>
                <a:gridCol w="2397760">
                  <a:extLst>
                    <a:ext uri="{9D8B030D-6E8A-4147-A177-3AD203B41FA5}">
                      <a16:colId xmlns:a16="http://schemas.microsoft.com/office/drawing/2014/main" val="3187583350"/>
                    </a:ext>
                  </a:extLst>
                </a:gridCol>
                <a:gridCol w="297180">
                  <a:extLst>
                    <a:ext uri="{9D8B030D-6E8A-4147-A177-3AD203B41FA5}">
                      <a16:colId xmlns:a16="http://schemas.microsoft.com/office/drawing/2014/main" val="3723129683"/>
                    </a:ext>
                  </a:extLst>
                </a:gridCol>
                <a:gridCol w="2397760">
                  <a:extLst>
                    <a:ext uri="{9D8B030D-6E8A-4147-A177-3AD203B41FA5}">
                      <a16:colId xmlns:a16="http://schemas.microsoft.com/office/drawing/2014/main" val="966358299"/>
                    </a:ext>
                  </a:extLst>
                </a:gridCol>
              </a:tblGrid>
              <a:tr h="295275">
                <a:tc>
                  <a:txBody>
                    <a:bodyPr/>
                    <a:lstStyle/>
                    <a:p>
                      <a:pPr marL="200025" marR="360680" indent="-6350" algn="l">
                        <a:lnSpc>
                          <a:spcPct val="107000"/>
                        </a:lnSpc>
                        <a:spcAft>
                          <a:spcPts val="800"/>
                        </a:spcAft>
                        <a:buNone/>
                      </a:pPr>
                      <a:r>
                        <a:rPr lang="en-GB" sz="18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396240" marR="360680" indent="-6350" algn="l">
                        <a:lnSpc>
                          <a:spcPct val="107000"/>
                        </a:lnSpc>
                        <a:spcAft>
                          <a:spcPts val="25"/>
                        </a:spcAft>
                        <a:buNone/>
                      </a:pPr>
                      <a:r>
                        <a:rPr lang="en-GB" sz="1200" kern="100">
                          <a:effectLst/>
                        </a:rPr>
                        <a:t>No WAN – 420 / 450 CH </a:t>
                      </a:r>
                      <a:endParaRPr lang="en-GB" sz="1800" kern="100">
                        <a:effectLst/>
                      </a:endParaRPr>
                    </a:p>
                    <a:p>
                      <a:pPr marL="200025" marR="210820" indent="-6350" algn="ctr">
                        <a:lnSpc>
                          <a:spcPct val="107000"/>
                        </a:lnSpc>
                        <a:spcAft>
                          <a:spcPts val="25"/>
                        </a:spcAft>
                        <a:buNone/>
                      </a:pPr>
                      <a:r>
                        <a:rPr lang="en-GB" sz="12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200025" marR="360680" indent="-6350" algn="l">
                        <a:lnSpc>
                          <a:spcPct val="107000"/>
                        </a:lnSpc>
                        <a:spcAft>
                          <a:spcPts val="800"/>
                        </a:spcAft>
                        <a:buNone/>
                      </a:pPr>
                      <a:r>
                        <a:rPr lang="en-GB" sz="18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582295" marR="360680" indent="-6350" algn="l">
                        <a:lnSpc>
                          <a:spcPct val="107000"/>
                        </a:lnSpc>
                        <a:spcAft>
                          <a:spcPts val="25"/>
                        </a:spcAft>
                        <a:buNone/>
                      </a:pPr>
                      <a:r>
                        <a:rPr lang="en-GB" sz="1200" kern="100" dirty="0">
                          <a:effectLst/>
                        </a:rPr>
                        <a:t>No WAN – 4G CH </a:t>
                      </a:r>
                      <a:endParaRPr lang="en-GB" sz="1800" kern="100" dirty="0">
                        <a:solidFill>
                          <a:srgbClr val="000000"/>
                        </a:solidFill>
                        <a:effectLst/>
                        <a:latin typeface="Calibri" panose="020F0502020204030204" pitchFamily="34" charset="0"/>
                        <a:ea typeface="Calibri" panose="020F0502020204030204" pitchFamily="34" charset="0"/>
                      </a:endParaRPr>
                    </a:p>
                  </a:txBody>
                  <a:tcPr marL="0" marR="58420" marT="25400" marB="0"/>
                </a:tc>
                <a:extLst>
                  <a:ext uri="{0D108BD9-81ED-4DB2-BD59-A6C34878D82A}">
                    <a16:rowId xmlns:a16="http://schemas.microsoft.com/office/drawing/2014/main" val="2581017575"/>
                  </a:ext>
                </a:extLst>
              </a:tr>
              <a:tr h="1310005">
                <a:tc>
                  <a:txBody>
                    <a:bodyPr/>
                    <a:lstStyle/>
                    <a:p>
                      <a:pPr marL="67945" marR="360680" indent="-6350" algn="l">
                        <a:lnSpc>
                          <a:spcPct val="107000"/>
                        </a:lnSpc>
                        <a:spcAft>
                          <a:spcPts val="2350"/>
                        </a:spcAft>
                        <a:buNone/>
                      </a:pPr>
                      <a:r>
                        <a:rPr lang="en-GB" sz="1200" kern="100">
                          <a:effectLst/>
                        </a:rPr>
                        <a:t>1. </a:t>
                      </a:r>
                      <a:endParaRPr lang="en-GB" sz="1800" kern="100">
                        <a:effectLst/>
                      </a:endParaRPr>
                    </a:p>
                    <a:p>
                      <a:pPr marL="67945" marR="360680" indent="-6350" algn="l">
                        <a:lnSpc>
                          <a:spcPct val="107000"/>
                        </a:lnSpc>
                        <a:spcAft>
                          <a:spcPts val="1195"/>
                        </a:spcAft>
                        <a:buNone/>
                      </a:pPr>
                      <a:r>
                        <a:rPr lang="en-GB" sz="1200" kern="100">
                          <a:effectLst/>
                        </a:rPr>
                        <a:t>2. </a:t>
                      </a:r>
                      <a:endParaRPr lang="en-GB" sz="1800" kern="100">
                        <a:effectLst/>
                      </a:endParaRPr>
                    </a:p>
                    <a:p>
                      <a:pPr marL="67945" marR="360680" indent="-6350" algn="l">
                        <a:lnSpc>
                          <a:spcPct val="107000"/>
                        </a:lnSpc>
                        <a:spcAft>
                          <a:spcPts val="2245"/>
                        </a:spcAft>
                        <a:buNone/>
                      </a:pPr>
                      <a:r>
                        <a:rPr lang="en-GB" sz="1200" kern="100">
                          <a:effectLst/>
                        </a:rPr>
                        <a:t>3. </a:t>
                      </a:r>
                      <a:endParaRPr lang="en-GB" sz="1800" kern="100">
                        <a:effectLst/>
                      </a:endParaRPr>
                    </a:p>
                    <a:p>
                      <a:pPr marL="67945" marR="360680" indent="-6350" algn="l">
                        <a:lnSpc>
                          <a:spcPct val="107000"/>
                        </a:lnSpc>
                        <a:spcAft>
                          <a:spcPts val="25"/>
                        </a:spcAft>
                        <a:buNone/>
                      </a:pPr>
                      <a:r>
                        <a:rPr lang="en-GB" sz="12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200025" marR="360680" indent="-6350" algn="l">
                        <a:lnSpc>
                          <a:spcPct val="104000"/>
                        </a:lnSpc>
                        <a:spcAft>
                          <a:spcPts val="25"/>
                        </a:spcAft>
                        <a:buNone/>
                      </a:pPr>
                      <a:r>
                        <a:rPr lang="en-GB" sz="1200" kern="100">
                          <a:effectLst/>
                        </a:rPr>
                        <a:t>Incorrect WAN LED status - Power cycle the CH with a minimum 10 second power down time. </a:t>
                      </a:r>
                      <a:endParaRPr lang="en-GB" sz="1800" kern="100">
                        <a:effectLst/>
                      </a:endParaRPr>
                    </a:p>
                    <a:p>
                      <a:pPr marL="200025" marR="360680" indent="-6350" algn="l">
                        <a:lnSpc>
                          <a:spcPct val="103000"/>
                        </a:lnSpc>
                        <a:spcAft>
                          <a:spcPts val="25"/>
                        </a:spcAft>
                        <a:buNone/>
                      </a:pPr>
                      <a:r>
                        <a:rPr lang="en-GB" sz="1200" kern="100">
                          <a:effectLst/>
                        </a:rPr>
                        <a:t>Incorrect WAN LED status - Swap the CH for 4G. </a:t>
                      </a:r>
                      <a:endParaRPr lang="en-GB" sz="1800" kern="100">
                        <a:effectLst/>
                      </a:endParaRPr>
                    </a:p>
                    <a:p>
                      <a:pPr marL="200025" marR="360680" indent="-6350" algn="l">
                        <a:lnSpc>
                          <a:spcPct val="103000"/>
                        </a:lnSpc>
                        <a:spcAft>
                          <a:spcPts val="25"/>
                        </a:spcAft>
                        <a:buNone/>
                      </a:pPr>
                      <a:r>
                        <a:rPr lang="en-GB" sz="1200" kern="100">
                          <a:effectLst/>
                        </a:rPr>
                        <a:t>Incorrect WAN LED status - Follow 4G guidance. </a:t>
                      </a:r>
                      <a:endParaRPr lang="en-GB" sz="1800" kern="100">
                        <a:effectLst/>
                      </a:endParaRPr>
                    </a:p>
                    <a:p>
                      <a:pPr marL="228600" marR="360680" indent="-6350" algn="l">
                        <a:lnSpc>
                          <a:spcPct val="107000"/>
                        </a:lnSpc>
                        <a:spcAft>
                          <a:spcPts val="25"/>
                        </a:spcAft>
                        <a:buNone/>
                      </a:pPr>
                      <a:r>
                        <a:rPr lang="en-GB" sz="12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68580" marR="360680" indent="-6350" algn="l">
                        <a:lnSpc>
                          <a:spcPct val="107000"/>
                        </a:lnSpc>
                        <a:spcAft>
                          <a:spcPts val="2350"/>
                        </a:spcAft>
                        <a:buNone/>
                      </a:pPr>
                      <a:r>
                        <a:rPr lang="en-GB" sz="1200" kern="100">
                          <a:effectLst/>
                        </a:rPr>
                        <a:t>1. </a:t>
                      </a:r>
                      <a:endParaRPr lang="en-GB" sz="1800" kern="100">
                        <a:effectLst/>
                      </a:endParaRPr>
                    </a:p>
                    <a:p>
                      <a:pPr marL="68580" marR="360680" indent="-6350" algn="l">
                        <a:lnSpc>
                          <a:spcPct val="107000"/>
                        </a:lnSpc>
                        <a:spcAft>
                          <a:spcPts val="1195"/>
                        </a:spcAft>
                        <a:buNone/>
                      </a:pPr>
                      <a:r>
                        <a:rPr lang="en-GB" sz="1200" kern="100">
                          <a:effectLst/>
                        </a:rPr>
                        <a:t>2. </a:t>
                      </a:r>
                      <a:endParaRPr lang="en-GB" sz="1800" kern="100">
                        <a:effectLst/>
                      </a:endParaRPr>
                    </a:p>
                    <a:p>
                      <a:pPr marL="68580" marR="360680" indent="-6350" algn="l">
                        <a:lnSpc>
                          <a:spcPct val="107000"/>
                        </a:lnSpc>
                        <a:spcAft>
                          <a:spcPts val="2245"/>
                        </a:spcAft>
                        <a:buNone/>
                      </a:pPr>
                      <a:r>
                        <a:rPr lang="en-GB" sz="1200" kern="100">
                          <a:effectLst/>
                        </a:rPr>
                        <a:t>3. </a:t>
                      </a:r>
                      <a:endParaRPr lang="en-GB" sz="1800" kern="100">
                        <a:effectLst/>
                      </a:endParaRPr>
                    </a:p>
                    <a:p>
                      <a:pPr marL="68580" marR="360680" indent="-6350" algn="l">
                        <a:lnSpc>
                          <a:spcPct val="107000"/>
                        </a:lnSpc>
                        <a:spcAft>
                          <a:spcPts val="25"/>
                        </a:spcAft>
                        <a:buNone/>
                      </a:pPr>
                      <a:r>
                        <a:rPr lang="en-GB" sz="1200" kern="100">
                          <a:effectLst/>
                        </a:rPr>
                        <a:t> </a:t>
                      </a:r>
                      <a:endParaRPr lang="en-GB" sz="1800" kern="100">
                        <a:solidFill>
                          <a:srgbClr val="000000"/>
                        </a:solidFill>
                        <a:effectLst/>
                        <a:latin typeface="Calibri" panose="020F0502020204030204" pitchFamily="34" charset="0"/>
                        <a:ea typeface="Calibri" panose="020F0502020204030204" pitchFamily="34" charset="0"/>
                      </a:endParaRPr>
                    </a:p>
                  </a:txBody>
                  <a:tcPr marL="0" marR="58420" marT="25400" marB="0"/>
                </a:tc>
                <a:tc>
                  <a:txBody>
                    <a:bodyPr/>
                    <a:lstStyle/>
                    <a:p>
                      <a:pPr marL="200025" marR="360680" indent="-6350" algn="l">
                        <a:lnSpc>
                          <a:spcPct val="104000"/>
                        </a:lnSpc>
                        <a:spcAft>
                          <a:spcPts val="25"/>
                        </a:spcAft>
                        <a:buNone/>
                      </a:pPr>
                      <a:r>
                        <a:rPr lang="en-GB" sz="1200" kern="100" dirty="0">
                          <a:effectLst/>
                        </a:rPr>
                        <a:t>Incorrect WAN LED status - Power cycle the CH with a minimum 5-minute power down time. </a:t>
                      </a:r>
                      <a:endParaRPr lang="en-GB" sz="1800" kern="100" dirty="0">
                        <a:effectLst/>
                      </a:endParaRPr>
                    </a:p>
                    <a:p>
                      <a:pPr marL="200025" marR="360680" indent="-6350" algn="l">
                        <a:lnSpc>
                          <a:spcPct val="103000"/>
                        </a:lnSpc>
                        <a:spcAft>
                          <a:spcPts val="25"/>
                        </a:spcAft>
                        <a:buNone/>
                      </a:pPr>
                      <a:r>
                        <a:rPr lang="en-GB" sz="1200" kern="100" dirty="0">
                          <a:effectLst/>
                        </a:rPr>
                        <a:t>Incorrect WAN LED status - Replace 4G CH with another 4G CH. </a:t>
                      </a:r>
                      <a:endParaRPr lang="en-GB" sz="1800" kern="100" dirty="0">
                        <a:effectLst/>
                      </a:endParaRPr>
                    </a:p>
                    <a:p>
                      <a:pPr marL="200025" marR="360680" indent="-6350" algn="l">
                        <a:lnSpc>
                          <a:spcPct val="107000"/>
                        </a:lnSpc>
                        <a:spcAft>
                          <a:spcPts val="25"/>
                        </a:spcAft>
                        <a:buNone/>
                      </a:pPr>
                      <a:r>
                        <a:rPr lang="en-GB" sz="1200" kern="100" dirty="0">
                          <a:effectLst/>
                        </a:rPr>
                        <a:t>Incorrect WAN LED status - Install and Leave for all eligible installs. For noneligible installs refit the legacy metering. </a:t>
                      </a:r>
                      <a:endParaRPr lang="en-GB" sz="1800" kern="100" dirty="0">
                        <a:solidFill>
                          <a:srgbClr val="000000"/>
                        </a:solidFill>
                        <a:effectLst/>
                        <a:latin typeface="Calibri" panose="020F0502020204030204" pitchFamily="34" charset="0"/>
                        <a:ea typeface="Calibri" panose="020F0502020204030204" pitchFamily="34" charset="0"/>
                      </a:endParaRPr>
                    </a:p>
                  </a:txBody>
                  <a:tcPr marL="0" marR="58420" marT="25400" marB="0"/>
                </a:tc>
                <a:extLst>
                  <a:ext uri="{0D108BD9-81ED-4DB2-BD59-A6C34878D82A}">
                    <a16:rowId xmlns:a16="http://schemas.microsoft.com/office/drawing/2014/main" val="1181728692"/>
                  </a:ext>
                </a:extLst>
              </a:tr>
            </a:tbl>
          </a:graphicData>
        </a:graphic>
      </p:graphicFrame>
      <p:graphicFrame>
        <p:nvGraphicFramePr>
          <p:cNvPr id="8" name="Table 7">
            <a:extLst>
              <a:ext uri="{FF2B5EF4-FFF2-40B4-BE49-F238E27FC236}">
                <a16:creationId xmlns:a16="http://schemas.microsoft.com/office/drawing/2014/main" id="{734FC263-FFFB-7867-FC37-CA79445DF4BF}"/>
              </a:ext>
            </a:extLst>
          </p:cNvPr>
          <p:cNvGraphicFramePr>
            <a:graphicFrameLocks noGrp="1"/>
          </p:cNvGraphicFramePr>
          <p:nvPr>
            <p:extLst>
              <p:ext uri="{D42A27DB-BD31-4B8C-83A1-F6EECF244321}">
                <p14:modId xmlns:p14="http://schemas.microsoft.com/office/powerpoint/2010/main" val="2142788581"/>
              </p:ext>
            </p:extLst>
          </p:nvPr>
        </p:nvGraphicFramePr>
        <p:xfrm>
          <a:off x="6180075" y="3670522"/>
          <a:ext cx="5388610" cy="2155825"/>
        </p:xfrm>
        <a:graphic>
          <a:graphicData uri="http://schemas.openxmlformats.org/drawingml/2006/table">
            <a:tbl>
              <a:tblPr firstRow="1" firstCol="1" bandRow="1">
                <a:tableStyleId>{5C22544A-7EE6-4342-B048-85BDC9FD1C3A}</a:tableStyleId>
              </a:tblPr>
              <a:tblGrid>
                <a:gridCol w="296545">
                  <a:extLst>
                    <a:ext uri="{9D8B030D-6E8A-4147-A177-3AD203B41FA5}">
                      <a16:colId xmlns:a16="http://schemas.microsoft.com/office/drawing/2014/main" val="1971068279"/>
                    </a:ext>
                  </a:extLst>
                </a:gridCol>
                <a:gridCol w="5092065">
                  <a:extLst>
                    <a:ext uri="{9D8B030D-6E8A-4147-A177-3AD203B41FA5}">
                      <a16:colId xmlns:a16="http://schemas.microsoft.com/office/drawing/2014/main" val="31879536"/>
                    </a:ext>
                  </a:extLst>
                </a:gridCol>
              </a:tblGrid>
              <a:tr h="311785">
                <a:tc>
                  <a:txBody>
                    <a:bodyPr/>
                    <a:lstStyle/>
                    <a:p>
                      <a:pPr marL="67945" marR="360680" indent="-6350" algn="l">
                        <a:lnSpc>
                          <a:spcPct val="107000"/>
                        </a:lnSpc>
                        <a:spcAft>
                          <a:spcPts val="25"/>
                        </a:spcAft>
                        <a:buNone/>
                      </a:pPr>
                      <a:r>
                        <a:rPr lang="en-GB" sz="1600" kern="100">
                          <a:effectLst/>
                        </a:rPr>
                        <a:t>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nchor="b"/>
                </a:tc>
                <a:tc>
                  <a:txBody>
                    <a:bodyPr/>
                    <a:lstStyle/>
                    <a:p>
                      <a:pPr marL="200025" marR="224790" indent="-6350" algn="ctr">
                        <a:lnSpc>
                          <a:spcPct val="107000"/>
                        </a:lnSpc>
                        <a:spcAft>
                          <a:spcPts val="25"/>
                        </a:spcAft>
                        <a:buNone/>
                      </a:pPr>
                      <a:r>
                        <a:rPr lang="en-GB" sz="1400" kern="100" dirty="0">
                          <a:effectLst/>
                        </a:rPr>
                        <a:t>No WAN – 2/3G CH </a:t>
                      </a:r>
                      <a:endParaRPr lang="en-GB" sz="2000" kern="100" dirty="0">
                        <a:solidFill>
                          <a:srgbClr val="000000"/>
                        </a:solidFill>
                        <a:effectLst/>
                        <a:latin typeface="Calibri" panose="020F0502020204030204" pitchFamily="34" charset="0"/>
                        <a:ea typeface="Calibri" panose="020F0502020204030204" pitchFamily="34" charset="0"/>
                      </a:endParaRPr>
                    </a:p>
                  </a:txBody>
                  <a:tcPr marL="0" marR="73025" marT="9525" marB="3175"/>
                </a:tc>
                <a:extLst>
                  <a:ext uri="{0D108BD9-81ED-4DB2-BD59-A6C34878D82A}">
                    <a16:rowId xmlns:a16="http://schemas.microsoft.com/office/drawing/2014/main" val="131613787"/>
                  </a:ext>
                </a:extLst>
              </a:tr>
              <a:tr h="161925">
                <a:tc>
                  <a:txBody>
                    <a:bodyPr/>
                    <a:lstStyle/>
                    <a:p>
                      <a:pPr marL="67945" marR="360680" indent="-6350" algn="l">
                        <a:lnSpc>
                          <a:spcPct val="107000"/>
                        </a:lnSpc>
                        <a:spcAft>
                          <a:spcPts val="25"/>
                        </a:spcAft>
                        <a:buNone/>
                      </a:pPr>
                      <a:r>
                        <a:rPr lang="en-GB" sz="1400" kern="100">
                          <a:effectLst/>
                        </a:rPr>
                        <a:t>1.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tc>
                  <a:txBody>
                    <a:bodyPr/>
                    <a:lstStyle/>
                    <a:p>
                      <a:pPr marL="200025" marR="360680" indent="-6350" algn="l">
                        <a:lnSpc>
                          <a:spcPct val="107000"/>
                        </a:lnSpc>
                        <a:spcAft>
                          <a:spcPts val="25"/>
                        </a:spcAft>
                        <a:buNone/>
                      </a:pPr>
                      <a:r>
                        <a:rPr lang="en-GB" sz="1400" kern="100">
                          <a:effectLst/>
                        </a:rPr>
                        <a:t>Incorrect WAN LED status - Power cycle the CH with a minimum 3-minute power down time.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extLst>
                  <a:ext uri="{0D108BD9-81ED-4DB2-BD59-A6C34878D82A}">
                    <a16:rowId xmlns:a16="http://schemas.microsoft.com/office/drawing/2014/main" val="3511786736"/>
                  </a:ext>
                </a:extLst>
              </a:tr>
              <a:tr h="144780">
                <a:tc>
                  <a:txBody>
                    <a:bodyPr/>
                    <a:lstStyle/>
                    <a:p>
                      <a:pPr marL="67945" marR="360680" indent="-6350" algn="l">
                        <a:lnSpc>
                          <a:spcPct val="107000"/>
                        </a:lnSpc>
                        <a:spcAft>
                          <a:spcPts val="25"/>
                        </a:spcAft>
                        <a:buNone/>
                      </a:pPr>
                      <a:r>
                        <a:rPr lang="en-GB" sz="1400" kern="100">
                          <a:effectLst/>
                        </a:rPr>
                        <a:t>2.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tc>
                  <a:txBody>
                    <a:bodyPr/>
                    <a:lstStyle/>
                    <a:p>
                      <a:pPr marL="200025" marR="360680" indent="-6350" algn="l">
                        <a:lnSpc>
                          <a:spcPct val="107000"/>
                        </a:lnSpc>
                        <a:spcAft>
                          <a:spcPts val="25"/>
                        </a:spcAft>
                        <a:buNone/>
                      </a:pPr>
                      <a:r>
                        <a:rPr lang="en-GB" sz="1400" kern="100">
                          <a:effectLst/>
                        </a:rPr>
                        <a:t>Incorrect WAN LED status - Replace SKU1 CH with another SKU1 CH if applicable.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extLst>
                  <a:ext uri="{0D108BD9-81ED-4DB2-BD59-A6C34878D82A}">
                    <a16:rowId xmlns:a16="http://schemas.microsoft.com/office/drawing/2014/main" val="1878758800"/>
                  </a:ext>
                </a:extLst>
              </a:tr>
              <a:tr h="144780">
                <a:tc>
                  <a:txBody>
                    <a:bodyPr/>
                    <a:lstStyle/>
                    <a:p>
                      <a:pPr marL="67945" marR="360680" indent="-6350" algn="l">
                        <a:lnSpc>
                          <a:spcPct val="107000"/>
                        </a:lnSpc>
                        <a:spcAft>
                          <a:spcPts val="25"/>
                        </a:spcAft>
                        <a:buNone/>
                      </a:pPr>
                      <a:r>
                        <a:rPr lang="en-GB" sz="1400" kern="100">
                          <a:effectLst/>
                        </a:rPr>
                        <a:t>3.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tc>
                  <a:txBody>
                    <a:bodyPr/>
                    <a:lstStyle/>
                    <a:p>
                      <a:pPr marL="200025" marR="360680" indent="-6350" algn="l">
                        <a:lnSpc>
                          <a:spcPct val="107000"/>
                        </a:lnSpc>
                        <a:spcAft>
                          <a:spcPts val="25"/>
                        </a:spcAft>
                        <a:buNone/>
                      </a:pPr>
                      <a:r>
                        <a:rPr lang="en-GB" sz="1400" kern="100">
                          <a:effectLst/>
                        </a:rPr>
                        <a:t>Incorrect WAN LED status - Replace SKU1 CH with SKU2 + T2 aerial.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extLst>
                  <a:ext uri="{0D108BD9-81ED-4DB2-BD59-A6C34878D82A}">
                    <a16:rowId xmlns:a16="http://schemas.microsoft.com/office/drawing/2014/main" val="1522885725"/>
                  </a:ext>
                </a:extLst>
              </a:tr>
              <a:tr h="396875">
                <a:tc>
                  <a:txBody>
                    <a:bodyPr/>
                    <a:lstStyle/>
                    <a:p>
                      <a:pPr marL="67945" marR="360680" indent="-6350" algn="l">
                        <a:lnSpc>
                          <a:spcPct val="107000"/>
                        </a:lnSpc>
                        <a:spcAft>
                          <a:spcPts val="25"/>
                        </a:spcAft>
                        <a:buNone/>
                      </a:pPr>
                      <a:r>
                        <a:rPr lang="en-GB" sz="1400" kern="100">
                          <a:effectLst/>
                        </a:rPr>
                        <a:t>4. </a:t>
                      </a:r>
                      <a:endParaRPr lang="en-GB" sz="2000" kern="100">
                        <a:solidFill>
                          <a:srgbClr val="000000"/>
                        </a:solidFill>
                        <a:effectLst/>
                        <a:latin typeface="Calibri" panose="020F0502020204030204" pitchFamily="34" charset="0"/>
                        <a:ea typeface="Calibri" panose="020F0502020204030204" pitchFamily="34" charset="0"/>
                      </a:endParaRPr>
                    </a:p>
                  </a:txBody>
                  <a:tcPr marL="0" marR="73025" marT="9525" marB="3175"/>
                </a:tc>
                <a:tc>
                  <a:txBody>
                    <a:bodyPr/>
                    <a:lstStyle/>
                    <a:p>
                      <a:pPr marL="200025" marR="360680" indent="-6350" algn="l">
                        <a:lnSpc>
                          <a:spcPct val="107000"/>
                        </a:lnSpc>
                        <a:spcAft>
                          <a:spcPts val="25"/>
                        </a:spcAft>
                        <a:buNone/>
                      </a:pPr>
                      <a:r>
                        <a:rPr lang="en-GB" sz="1400" kern="100" dirty="0">
                          <a:effectLst/>
                        </a:rPr>
                        <a:t>Incorrect WAN LED status - Install and Leave for all eligible installs.  For non-eligible installs refit the legacy metering. </a:t>
                      </a:r>
                      <a:endParaRPr lang="en-GB" sz="2000" kern="100" dirty="0">
                        <a:solidFill>
                          <a:srgbClr val="000000"/>
                        </a:solidFill>
                        <a:effectLst/>
                        <a:latin typeface="Calibri" panose="020F0502020204030204" pitchFamily="34" charset="0"/>
                        <a:ea typeface="Calibri" panose="020F0502020204030204" pitchFamily="34" charset="0"/>
                      </a:endParaRPr>
                    </a:p>
                  </a:txBody>
                  <a:tcPr marL="0" marR="73025" marT="9525" marB="3175"/>
                </a:tc>
                <a:extLst>
                  <a:ext uri="{0D108BD9-81ED-4DB2-BD59-A6C34878D82A}">
                    <a16:rowId xmlns:a16="http://schemas.microsoft.com/office/drawing/2014/main" val="3140475873"/>
                  </a:ext>
                </a:extLst>
              </a:tr>
            </a:tbl>
          </a:graphicData>
        </a:graphic>
      </p:graphicFrame>
      <p:sp>
        <p:nvSpPr>
          <p:cNvPr id="9" name="Rectangle 1">
            <a:extLst>
              <a:ext uri="{FF2B5EF4-FFF2-40B4-BE49-F238E27FC236}">
                <a16:creationId xmlns:a16="http://schemas.microsoft.com/office/drawing/2014/main" id="{59ADACA5-E8F9-3802-571B-B99DAE9EB181}"/>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2C442E1D-DD8E-06A3-3A96-F37CD60CB199}"/>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2" name="Picture 11" descr="A logo with green text&#10;&#10;AI-generated content may be incorrect.">
            <a:extLst>
              <a:ext uri="{FF2B5EF4-FFF2-40B4-BE49-F238E27FC236}">
                <a16:creationId xmlns:a16="http://schemas.microsoft.com/office/drawing/2014/main" id="{8BC3B7C2-0DC8-4C1C-A111-75D0C116E1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4" name="Picture 13" descr="A green logo with white text&#10;&#10;AI-generated content may be incorrect.">
            <a:extLst>
              <a:ext uri="{FF2B5EF4-FFF2-40B4-BE49-F238E27FC236}">
                <a16:creationId xmlns:a16="http://schemas.microsoft.com/office/drawing/2014/main" id="{8C406F50-026A-D53D-A3D0-8C69E43467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216528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3F8214B0-170D-5F06-0A6C-A7C61AE69B9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CB6139B-31AF-3B0C-F939-A36B310E2C0E}"/>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DB032F9-9C01-2644-A729-D45C728DDBD4}"/>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82FB4DE8-79D2-39A6-EE69-3EAD0AC0D5A2}"/>
              </a:ext>
            </a:extLst>
          </p:cNvPr>
          <p:cNvSpPr>
            <a:spLocks noGrp="1"/>
          </p:cNvSpPr>
          <p:nvPr>
            <p:ph type="subTitle" idx="1"/>
          </p:nvPr>
        </p:nvSpPr>
        <p:spPr>
          <a:xfrm>
            <a:off x="623316" y="1660525"/>
            <a:ext cx="10945368" cy="5058327"/>
          </a:xfrm>
        </p:spPr>
        <p:txBody>
          <a:bodyPr>
            <a:normAutofit/>
          </a:bodyPr>
          <a:lstStyle/>
          <a:p>
            <a:r>
              <a:rPr lang="en-GB" sz="2800" dirty="0">
                <a:solidFill>
                  <a:schemeClr val="bg1"/>
                </a:solidFill>
              </a:rPr>
              <a:t>6 – HHT submission</a:t>
            </a:r>
          </a:p>
          <a:p>
            <a:r>
              <a:rPr lang="en-US" sz="1800" dirty="0">
                <a:solidFill>
                  <a:schemeClr val="bg1"/>
                </a:solidFill>
              </a:rPr>
              <a:t>All smart installs require a valid HHT Start submission.</a:t>
            </a:r>
            <a:br>
              <a:rPr lang="en-US" sz="1800" dirty="0">
                <a:solidFill>
                  <a:schemeClr val="bg1"/>
                </a:solidFill>
              </a:rPr>
            </a:br>
            <a:endParaRPr lang="en-US" sz="1800" dirty="0">
              <a:solidFill>
                <a:schemeClr val="bg1"/>
              </a:solidFill>
            </a:endParaRPr>
          </a:p>
          <a:p>
            <a:r>
              <a:rPr lang="en-US" dirty="0">
                <a:solidFill>
                  <a:schemeClr val="bg1"/>
                </a:solidFill>
              </a:rPr>
              <a:t>Submitting Assets</a:t>
            </a:r>
          </a:p>
          <a:p>
            <a:r>
              <a:rPr lang="en-US" sz="2000" dirty="0">
                <a:solidFill>
                  <a:schemeClr val="bg1"/>
                </a:solidFill>
              </a:rPr>
              <a:t>Each asset should be submitted as a standalone “HHT Start Initial” message to Meterflow.</a:t>
            </a:r>
          </a:p>
          <a:p>
            <a:r>
              <a:rPr lang="en-US" sz="2000" dirty="0">
                <a:solidFill>
                  <a:schemeClr val="bg1"/>
                </a:solidFill>
              </a:rPr>
              <a:t>The Engineer must wait for a COMP FULL message before proceeding to the next asset.</a:t>
            </a:r>
          </a:p>
          <a:p>
            <a:r>
              <a:rPr lang="en-US" sz="2000" dirty="0">
                <a:solidFill>
                  <a:schemeClr val="bg1"/>
                </a:solidFill>
              </a:rPr>
              <a:t>If commissioning errors occur, refer to SESM smart support</a:t>
            </a:r>
            <a:br>
              <a:rPr lang="en-US" sz="2000" dirty="0">
                <a:solidFill>
                  <a:schemeClr val="bg1"/>
                </a:solidFill>
              </a:rPr>
            </a:br>
            <a:endParaRPr lang="en-US" sz="2000" dirty="0">
              <a:solidFill>
                <a:schemeClr val="bg1"/>
              </a:solidFill>
            </a:endParaRPr>
          </a:p>
          <a:p>
            <a:r>
              <a:rPr lang="en-US" dirty="0">
                <a:solidFill>
                  <a:schemeClr val="bg1"/>
                </a:solidFill>
              </a:rPr>
              <a:t>Exception – 1 Rate Credit Jobs</a:t>
            </a:r>
          </a:p>
          <a:p>
            <a:r>
              <a:rPr lang="en-US" sz="2000" dirty="0">
                <a:solidFill>
                  <a:schemeClr val="bg1"/>
                </a:solidFill>
              </a:rPr>
              <a:t>For standard single-rate credit work with no PP or ALCS, all assets may be submitted within a single HHT submission.</a:t>
            </a:r>
          </a:p>
          <a:p>
            <a:r>
              <a:rPr lang="en-US" sz="2000" dirty="0">
                <a:solidFill>
                  <a:schemeClr val="bg1"/>
                </a:solidFill>
              </a:rPr>
              <a:t>If unsure, the Engineer must contact SESM smart support</a:t>
            </a:r>
          </a:p>
          <a:p>
            <a:endParaRPr lang="en-GB" dirty="0">
              <a:solidFill>
                <a:schemeClr val="bg1"/>
              </a:solidFill>
            </a:endParaRPr>
          </a:p>
          <a:p>
            <a:endParaRPr lang="en-GB" sz="2000" dirty="0">
              <a:solidFill>
                <a:schemeClr val="bg1"/>
              </a:solidFill>
            </a:endParaRPr>
          </a:p>
        </p:txBody>
      </p:sp>
      <p:pic>
        <p:nvPicPr>
          <p:cNvPr id="4" name="Picture 3">
            <a:extLst>
              <a:ext uri="{FF2B5EF4-FFF2-40B4-BE49-F238E27FC236}">
                <a16:creationId xmlns:a16="http://schemas.microsoft.com/office/drawing/2014/main" id="{D429B27F-3948-86A5-D6E6-A74875638F47}"/>
              </a:ext>
            </a:extLst>
          </p:cNvPr>
          <p:cNvPicPr>
            <a:picLocks noChangeAspect="1"/>
          </p:cNvPicPr>
          <p:nvPr/>
        </p:nvPicPr>
        <p:blipFill>
          <a:blip r:embed="rId3"/>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3EB3254C-6265-20DE-AFDC-F74DDE2C6FC1}"/>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5AB89E8F-799C-0586-A0FE-E0A804C3119F}"/>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92B329B3-F947-BC58-7434-E1AD44862878}"/>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88CCC358-9EF7-68A2-515F-1166A292D8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1F0BF1E3-6973-582A-8538-9FF53EA0B1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1794069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F81341B-B5CF-E092-3897-F0A1FD303DB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9AAF557-84FD-9D50-0FF0-10F9D0FBE92A}"/>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9B19FCB-8E2E-9DD6-A3F3-B1B79C1F9E6B}"/>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BD654FD6-100B-2B02-1D54-C264AD7A445F}"/>
              </a:ext>
            </a:extLst>
          </p:cNvPr>
          <p:cNvSpPr>
            <a:spLocks noGrp="1"/>
          </p:cNvSpPr>
          <p:nvPr>
            <p:ph type="subTitle" idx="1"/>
          </p:nvPr>
        </p:nvSpPr>
        <p:spPr>
          <a:xfrm>
            <a:off x="623316" y="1388969"/>
            <a:ext cx="10945368" cy="5329883"/>
          </a:xfrm>
        </p:spPr>
        <p:txBody>
          <a:bodyPr>
            <a:normAutofit fontScale="92500" lnSpcReduction="20000"/>
          </a:bodyPr>
          <a:lstStyle/>
          <a:p>
            <a:r>
              <a:rPr lang="en-GB" sz="3000" dirty="0">
                <a:solidFill>
                  <a:schemeClr val="bg1"/>
                </a:solidFill>
              </a:rPr>
              <a:t>7 – PPMID</a:t>
            </a:r>
          </a:p>
          <a:p>
            <a:r>
              <a:rPr lang="en-US" sz="1400" b="1" dirty="0">
                <a:solidFill>
                  <a:schemeClr val="bg1"/>
                </a:solidFill>
              </a:rPr>
              <a:t>PPMID Offer &amp; Installation</a:t>
            </a:r>
          </a:p>
          <a:p>
            <a:r>
              <a:rPr lang="en-US" sz="1400" dirty="0">
                <a:solidFill>
                  <a:schemeClr val="bg1"/>
                </a:solidFill>
              </a:rPr>
              <a:t>All domestic customers must be offered a PPMID.</a:t>
            </a:r>
          </a:p>
          <a:p>
            <a:r>
              <a:rPr lang="en-US" sz="1400" dirty="0">
                <a:solidFill>
                  <a:schemeClr val="bg1"/>
                </a:solidFill>
              </a:rPr>
              <a:t>It must be joined to the CH in a suitable location agreed with the customer.</a:t>
            </a:r>
          </a:p>
          <a:p>
            <a:r>
              <a:rPr lang="en-US" sz="1400" dirty="0">
                <a:solidFill>
                  <a:schemeClr val="bg1"/>
                </a:solidFill>
              </a:rPr>
              <a:t>If distance or obstacles require it, install DB PPMID and/or DBCH.</a:t>
            </a:r>
          </a:p>
          <a:p>
            <a:r>
              <a:rPr lang="en-US" sz="1400" b="1" dirty="0">
                <a:solidFill>
                  <a:schemeClr val="bg1"/>
                </a:solidFill>
              </a:rPr>
              <a:t>Credit Customers</a:t>
            </a:r>
          </a:p>
          <a:p>
            <a:r>
              <a:rPr lang="en-US" sz="1400" dirty="0">
                <a:solidFill>
                  <a:schemeClr val="bg1"/>
                </a:solidFill>
              </a:rPr>
              <a:t>Engineers should advise credit customers of the benefits of the ScottishPower App as an alternative to a PPMID.</a:t>
            </a:r>
          </a:p>
          <a:p>
            <a:r>
              <a:rPr lang="en-US" sz="1400" b="1" dirty="0">
                <a:solidFill>
                  <a:schemeClr val="bg1"/>
                </a:solidFill>
              </a:rPr>
              <a:t>Prepayment Customers</a:t>
            </a:r>
          </a:p>
          <a:p>
            <a:r>
              <a:rPr lang="en-US" sz="1400" dirty="0">
                <a:solidFill>
                  <a:schemeClr val="bg1"/>
                </a:solidFill>
              </a:rPr>
              <a:t>Engineers must input the initial UTRN on the PPMID where applicable.</a:t>
            </a:r>
          </a:p>
          <a:p>
            <a:br>
              <a:rPr lang="en-US" sz="1400" dirty="0">
                <a:solidFill>
                  <a:schemeClr val="bg1"/>
                </a:solidFill>
              </a:rPr>
            </a:br>
            <a:endParaRPr lang="en-US" sz="1400" dirty="0">
              <a:solidFill>
                <a:schemeClr val="bg1"/>
              </a:solidFill>
            </a:endParaRPr>
          </a:p>
          <a:p>
            <a:r>
              <a:rPr lang="en-US" sz="1400" b="1" dirty="0">
                <a:solidFill>
                  <a:schemeClr val="bg1"/>
                </a:solidFill>
              </a:rPr>
              <a:t>Customer Messaging – PPMID Failure</a:t>
            </a:r>
          </a:p>
          <a:p>
            <a:r>
              <a:rPr lang="en-US" sz="1400" dirty="0">
                <a:solidFill>
                  <a:schemeClr val="bg1"/>
                </a:solidFill>
              </a:rPr>
              <a:t>If PPMID fails but SMETS2 meters are commissioned:</a:t>
            </a:r>
          </a:p>
          <a:p>
            <a:r>
              <a:rPr lang="en-US" sz="1400" i="1" dirty="0">
                <a:solidFill>
                  <a:schemeClr val="bg1"/>
                </a:solidFill>
              </a:rPr>
              <a:t>We have successfully fitted your new smart meter(s) but unfortunately the PPMID has failed to fully join the communications network. Please leave your PPMID switched on and in range of the communications hub and it should successfully finish the set-up process in the next 48 hours. If in the rare event that the PPMID doesn’t successfully set up it is still possible to view your usage data on the Scottish Power app.</a:t>
            </a:r>
            <a:endParaRPr lang="en-US" sz="1400" dirty="0">
              <a:solidFill>
                <a:schemeClr val="bg1"/>
              </a:solidFill>
            </a:endParaRPr>
          </a:p>
          <a:p>
            <a:br>
              <a:rPr lang="en-US" sz="1400" dirty="0">
                <a:solidFill>
                  <a:schemeClr val="bg1"/>
                </a:solidFill>
              </a:rPr>
            </a:br>
            <a:endParaRPr lang="en-US" sz="1400" dirty="0">
              <a:solidFill>
                <a:schemeClr val="bg1"/>
              </a:solidFill>
            </a:endParaRPr>
          </a:p>
          <a:p>
            <a:r>
              <a:rPr lang="en-US" sz="1400" dirty="0">
                <a:solidFill>
                  <a:schemeClr val="bg1"/>
                </a:solidFill>
              </a:rPr>
              <a:t>Additional Messaging – Prepayment Customers </a:t>
            </a:r>
            <a:br>
              <a:rPr lang="en-US" sz="1400" dirty="0">
                <a:solidFill>
                  <a:schemeClr val="bg1"/>
                </a:solidFill>
              </a:rPr>
            </a:br>
            <a:r>
              <a:rPr lang="en-US" sz="1400" i="1" dirty="0">
                <a:solidFill>
                  <a:schemeClr val="bg1"/>
                </a:solidFill>
              </a:rPr>
              <a:t>You will be able to top up through the Scottish Power App, at the registered shops or through entering the UTRN as demonstrated. The meters will display your usage/credit balance on their screens (engineer to show customer the meter screens) in the same way as your old traditional meters, as well as this information being available through the Scottish Power app. Once your PPMID is fully functioning it will also show this information.</a:t>
            </a:r>
            <a:endParaRPr lang="en-US" sz="1400" dirty="0">
              <a:solidFill>
                <a:schemeClr val="bg1"/>
              </a:solidFill>
            </a:endParaRPr>
          </a:p>
          <a:p>
            <a:endParaRPr lang="en-GB" sz="1400" dirty="0">
              <a:solidFill>
                <a:schemeClr val="bg1"/>
              </a:solidFill>
            </a:endParaRPr>
          </a:p>
        </p:txBody>
      </p:sp>
      <p:pic>
        <p:nvPicPr>
          <p:cNvPr id="4" name="Picture 3">
            <a:extLst>
              <a:ext uri="{FF2B5EF4-FFF2-40B4-BE49-F238E27FC236}">
                <a16:creationId xmlns:a16="http://schemas.microsoft.com/office/drawing/2014/main" id="{C055FA83-3A87-7FAD-3958-25D32D58981E}"/>
              </a:ext>
            </a:extLst>
          </p:cNvPr>
          <p:cNvPicPr>
            <a:picLocks noChangeAspect="1"/>
          </p:cNvPicPr>
          <p:nvPr/>
        </p:nvPicPr>
        <p:blipFill>
          <a:blip r:embed="rId3"/>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FB675E81-AD51-A775-DD25-1E026D636945}"/>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67D62A15-D97E-EC39-6F9B-FCF1979F9899}"/>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89F18DC-B208-95BE-C74B-F3B080554142}"/>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577EA4C1-14CD-89F5-DBBA-10AEE46E9C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376D2F64-E750-9540-5AB0-10E95BB0E8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802033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029540CF-9FCD-980E-54A9-BCB9E01A3C0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C8E3ACD-D0E4-BC13-A4BE-6346867C3631}"/>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CD8018A-B41B-1BD0-2519-3C3694FD5E0F}"/>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BA283AE6-B608-75A9-2025-3D12D31B579D}"/>
              </a:ext>
            </a:extLst>
          </p:cNvPr>
          <p:cNvSpPr>
            <a:spLocks noGrp="1"/>
          </p:cNvSpPr>
          <p:nvPr>
            <p:ph type="subTitle" idx="1"/>
          </p:nvPr>
        </p:nvSpPr>
        <p:spPr>
          <a:xfrm>
            <a:off x="623316" y="1388969"/>
            <a:ext cx="10945368" cy="5329883"/>
          </a:xfrm>
        </p:spPr>
        <p:txBody>
          <a:bodyPr>
            <a:normAutofit fontScale="70000" lnSpcReduction="20000"/>
          </a:bodyPr>
          <a:lstStyle/>
          <a:p>
            <a:r>
              <a:rPr lang="en-GB" sz="4000" dirty="0">
                <a:solidFill>
                  <a:schemeClr val="bg1"/>
                </a:solidFill>
              </a:rPr>
              <a:t>8 &amp; 9 – Install &amp; leave / Install, Join &amp; Leave</a:t>
            </a:r>
          </a:p>
          <a:p>
            <a:r>
              <a:rPr lang="en-US" b="1" u="sng" dirty="0">
                <a:solidFill>
                  <a:schemeClr val="bg1"/>
                </a:solidFill>
              </a:rPr>
              <a:t>Install &amp; Leave</a:t>
            </a:r>
          </a:p>
          <a:p>
            <a:r>
              <a:rPr lang="en-US" dirty="0">
                <a:solidFill>
                  <a:schemeClr val="bg1"/>
                </a:solidFill>
              </a:rPr>
              <a:t>Designed for situations where assets cannot be joined on site due to:</a:t>
            </a:r>
          </a:p>
          <a:p>
            <a:pPr lvl="1"/>
            <a:r>
              <a:rPr lang="en-US" dirty="0">
                <a:solidFill>
                  <a:schemeClr val="bg1"/>
                </a:solidFill>
              </a:rPr>
              <a:t>No WAN coverage</a:t>
            </a:r>
          </a:p>
          <a:p>
            <a:pPr lvl="1"/>
            <a:r>
              <a:rPr lang="en-US" dirty="0">
                <a:solidFill>
                  <a:schemeClr val="bg1"/>
                </a:solidFill>
              </a:rPr>
              <a:t>System outages</a:t>
            </a:r>
          </a:p>
          <a:p>
            <a:pPr lvl="1"/>
            <a:r>
              <a:rPr lang="en-US" dirty="0">
                <a:solidFill>
                  <a:schemeClr val="bg1"/>
                </a:solidFill>
              </a:rPr>
              <a:t>Error messages listed in Error Handling </a:t>
            </a:r>
          </a:p>
          <a:p>
            <a:pPr lvl="1"/>
            <a:r>
              <a:rPr lang="en-US" dirty="0">
                <a:solidFill>
                  <a:schemeClr val="bg1"/>
                </a:solidFill>
              </a:rPr>
              <a:t>Allows the Engineer to install devices and leave the site, with assets remaining un-joined until network/service recovery.</a:t>
            </a:r>
          </a:p>
          <a:p>
            <a:r>
              <a:rPr lang="en-US" sz="2000" dirty="0">
                <a:solidFill>
                  <a:schemeClr val="bg1"/>
                </a:solidFill>
              </a:rPr>
              <a:t>Applies only to eligible job types as defined in policy.</a:t>
            </a:r>
          </a:p>
          <a:p>
            <a:endParaRPr lang="en-US" dirty="0">
              <a:solidFill>
                <a:schemeClr val="bg1"/>
              </a:solidFill>
            </a:endParaRPr>
          </a:p>
          <a:p>
            <a:r>
              <a:rPr lang="en-US" b="1" u="sng" dirty="0">
                <a:solidFill>
                  <a:schemeClr val="bg1"/>
                </a:solidFill>
              </a:rPr>
              <a:t>Install, Join &amp; Leave</a:t>
            </a:r>
          </a:p>
          <a:p>
            <a:r>
              <a:rPr lang="en-US" dirty="0">
                <a:solidFill>
                  <a:schemeClr val="bg1"/>
                </a:solidFill>
              </a:rPr>
              <a:t>Designed to reduce on-site time for eligible jobs.</a:t>
            </a:r>
          </a:p>
          <a:p>
            <a:r>
              <a:rPr lang="en-US" dirty="0">
                <a:solidFill>
                  <a:schemeClr val="bg1"/>
                </a:solidFill>
              </a:rPr>
              <a:t>Process:</a:t>
            </a:r>
          </a:p>
          <a:p>
            <a:pPr lvl="1"/>
            <a:r>
              <a:rPr lang="en-US" dirty="0">
                <a:solidFill>
                  <a:schemeClr val="bg1"/>
                </a:solidFill>
              </a:rPr>
              <a:t>Confirm WAN via CH LED activity.</a:t>
            </a:r>
          </a:p>
          <a:p>
            <a:pPr lvl="1"/>
            <a:r>
              <a:rPr lang="en-US" dirty="0">
                <a:solidFill>
                  <a:schemeClr val="bg1"/>
                </a:solidFill>
              </a:rPr>
              <a:t>Join devices to the HAN and verify join status on each device.</a:t>
            </a:r>
          </a:p>
          <a:p>
            <a:pPr lvl="1"/>
            <a:r>
              <a:rPr lang="en-US" dirty="0">
                <a:solidFill>
                  <a:schemeClr val="bg1"/>
                </a:solidFill>
              </a:rPr>
              <a:t>HAN join must be evidenced with a photograph for validation.</a:t>
            </a:r>
          </a:p>
          <a:p>
            <a:r>
              <a:rPr lang="en-US" dirty="0">
                <a:solidFill>
                  <a:schemeClr val="bg1"/>
                </a:solidFill>
              </a:rPr>
              <a:t>Once WAN and HAN are established and devices are joined:</a:t>
            </a:r>
          </a:p>
          <a:p>
            <a:pPr lvl="1"/>
            <a:r>
              <a:rPr lang="en-US" dirty="0">
                <a:solidFill>
                  <a:schemeClr val="bg1"/>
                </a:solidFill>
              </a:rPr>
              <a:t>The remaining service requests continue automatically via the CH.</a:t>
            </a:r>
            <a:br>
              <a:rPr lang="en-US" dirty="0">
                <a:solidFill>
                  <a:schemeClr val="bg1"/>
                </a:solidFill>
              </a:rPr>
            </a:br>
            <a:br>
              <a:rPr lang="en-US" dirty="0"/>
            </a:br>
            <a:r>
              <a:rPr lang="en-US" b="1" dirty="0">
                <a:highlight>
                  <a:srgbClr val="FFFF00"/>
                </a:highlight>
              </a:rPr>
              <a:t>AS A REMINDER, IN ANY SCENARIO WHERE COMP-FULL IS NOT RECEIVED, THE ENGINEER MUST CONTACT SESM SMART SUPPORT PRIOR TO LEAVING SITE. </a:t>
            </a:r>
            <a:endParaRPr lang="en-US" dirty="0">
              <a:highlight>
                <a:srgbClr val="FFFF00"/>
              </a:highlight>
            </a:endParaRPr>
          </a:p>
          <a:p>
            <a:endParaRPr lang="en-GB" sz="1400" dirty="0">
              <a:solidFill>
                <a:schemeClr val="bg1"/>
              </a:solidFill>
            </a:endParaRPr>
          </a:p>
        </p:txBody>
      </p:sp>
      <p:pic>
        <p:nvPicPr>
          <p:cNvPr id="4" name="Picture 3">
            <a:extLst>
              <a:ext uri="{FF2B5EF4-FFF2-40B4-BE49-F238E27FC236}">
                <a16:creationId xmlns:a16="http://schemas.microsoft.com/office/drawing/2014/main" id="{DE849205-1144-628F-F238-13CC8866D25B}"/>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6C772CA2-50BC-89FD-522C-7FA154998C9E}"/>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E48AEDD2-70FB-6CB1-98E2-A00A2FE9761E}"/>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C01FAE17-5AB2-575E-9CE7-DE7B12E64FDE}"/>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548019E7-B7D9-D920-FB37-6BDF4EBF30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6DB76F0D-8F69-8F8A-26AB-2CAC007543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1201441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C9BCB92B-6D3D-330C-E834-C2A7B197B28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CEB2418-C355-61FD-6266-0803E621B1AE}"/>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2FB8ACF-B9BC-E551-98F6-BDDFDE45741E}"/>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20DFD3F3-0E53-465F-C3FD-92885ABAF478}"/>
              </a:ext>
            </a:extLst>
          </p:cNvPr>
          <p:cNvSpPr>
            <a:spLocks noGrp="1"/>
          </p:cNvSpPr>
          <p:nvPr>
            <p:ph type="subTitle" idx="1"/>
          </p:nvPr>
        </p:nvSpPr>
        <p:spPr>
          <a:xfrm>
            <a:off x="623316" y="1388969"/>
            <a:ext cx="10945368" cy="5329883"/>
          </a:xfrm>
        </p:spPr>
        <p:txBody>
          <a:bodyPr>
            <a:normAutofit fontScale="40000" lnSpcReduction="20000"/>
          </a:bodyPr>
          <a:lstStyle/>
          <a:p>
            <a:r>
              <a:rPr lang="en-US" sz="7000" b="1" dirty="0">
                <a:solidFill>
                  <a:schemeClr val="bg1"/>
                </a:solidFill>
              </a:rPr>
              <a:t>10. Job Type Specific Instructions</a:t>
            </a:r>
          </a:p>
          <a:p>
            <a:br>
              <a:rPr lang="en-US" dirty="0">
                <a:solidFill>
                  <a:schemeClr val="bg1"/>
                </a:solidFill>
              </a:rPr>
            </a:br>
            <a:endParaRPr lang="en-US" sz="3500" dirty="0">
              <a:solidFill>
                <a:schemeClr val="bg1"/>
              </a:solidFill>
            </a:endParaRPr>
          </a:p>
          <a:p>
            <a:r>
              <a:rPr lang="en-US" sz="3500" b="1" dirty="0">
                <a:solidFill>
                  <a:schemeClr val="bg1"/>
                </a:solidFill>
              </a:rPr>
              <a:t>10.1 Multi-Rate</a:t>
            </a:r>
          </a:p>
          <a:p>
            <a:r>
              <a:rPr lang="en-US" sz="3500" dirty="0">
                <a:solidFill>
                  <a:schemeClr val="bg1"/>
                </a:solidFill>
              </a:rPr>
              <a:t>Commissioning should always be completed at install to ensure the off-peak calendar is correctly loaded.</a:t>
            </a:r>
          </a:p>
          <a:p>
            <a:r>
              <a:rPr lang="en-US" sz="3500" dirty="0">
                <a:solidFill>
                  <a:schemeClr val="bg1"/>
                </a:solidFill>
              </a:rPr>
              <a:t>Single-phase multi-rate jobs:</a:t>
            </a:r>
          </a:p>
          <a:p>
            <a:pPr lvl="1"/>
            <a:r>
              <a:rPr lang="en-US" sz="2800" dirty="0">
                <a:solidFill>
                  <a:schemeClr val="bg1"/>
                </a:solidFill>
              </a:rPr>
              <a:t>Eligible for Install &amp; Leave (I&amp;L) and Install, Join &amp; Leave (IJ&amp;L) </a:t>
            </a:r>
            <a:r>
              <a:rPr lang="en-US" sz="2800" i="1" dirty="0">
                <a:solidFill>
                  <a:schemeClr val="bg1"/>
                </a:solidFill>
              </a:rPr>
              <a:t>if commissioning fails</a:t>
            </a:r>
            <a:r>
              <a:rPr lang="en-US" sz="2800" dirty="0">
                <a:solidFill>
                  <a:schemeClr val="bg1"/>
                </a:solidFill>
              </a:rPr>
              <a:t>.</a:t>
            </a:r>
          </a:p>
          <a:p>
            <a:pPr lvl="1"/>
            <a:r>
              <a:rPr lang="en-US" sz="2800" dirty="0">
                <a:solidFill>
                  <a:schemeClr val="bg1"/>
                </a:solidFill>
              </a:rPr>
              <a:t>Exceptions: ECO2000 and THTC configurations (not eligible).</a:t>
            </a:r>
          </a:p>
          <a:p>
            <a:r>
              <a:rPr lang="en-US" sz="3500" dirty="0">
                <a:solidFill>
                  <a:schemeClr val="bg1"/>
                </a:solidFill>
              </a:rPr>
              <a:t>Three-phase multi-rate jobs:</a:t>
            </a:r>
          </a:p>
          <a:p>
            <a:pPr lvl="1"/>
            <a:r>
              <a:rPr lang="en-US" sz="2800" dirty="0">
                <a:solidFill>
                  <a:schemeClr val="bg1"/>
                </a:solidFill>
              </a:rPr>
              <a:t>Not in scope for I&amp;L / IJ&amp;L.</a:t>
            </a:r>
          </a:p>
          <a:p>
            <a:pPr lvl="1"/>
            <a:r>
              <a:rPr lang="en-US" sz="2800" dirty="0">
                <a:solidFill>
                  <a:schemeClr val="bg1"/>
                </a:solidFill>
              </a:rPr>
              <a:t>Refer to Section 11.2 – Drop Fuel.</a:t>
            </a:r>
          </a:p>
          <a:p>
            <a:endParaRPr lang="en-US" sz="3500" dirty="0">
              <a:solidFill>
                <a:schemeClr val="bg1"/>
              </a:solidFill>
            </a:endParaRPr>
          </a:p>
          <a:p>
            <a:r>
              <a:rPr lang="en-US" sz="3500" b="1" dirty="0">
                <a:solidFill>
                  <a:schemeClr val="bg1"/>
                </a:solidFill>
              </a:rPr>
              <a:t>10.2 Prepayment</a:t>
            </a:r>
          </a:p>
          <a:p>
            <a:r>
              <a:rPr lang="en-US" sz="3500" dirty="0">
                <a:solidFill>
                  <a:schemeClr val="bg1"/>
                </a:solidFill>
              </a:rPr>
              <a:t>If the removing meter display is blank, record the meter balance as £0.00.</a:t>
            </a:r>
          </a:p>
          <a:p>
            <a:r>
              <a:rPr lang="en-US" sz="3500" dirty="0">
                <a:solidFill>
                  <a:schemeClr val="bg1"/>
                </a:solidFill>
              </a:rPr>
              <a:t>After installing the new meter, a balance of £30.00 will automatically appear.</a:t>
            </a:r>
          </a:p>
          <a:p>
            <a:r>
              <a:rPr lang="en-US" sz="3500" dirty="0">
                <a:solidFill>
                  <a:schemeClr val="bg1"/>
                </a:solidFill>
              </a:rPr>
              <a:t>If the old meter shows a balance &gt;£30.00 and ≤£255.00, record the value — this will be transferred to the new meter.</a:t>
            </a:r>
          </a:p>
          <a:p>
            <a:r>
              <a:rPr lang="en-US" sz="3500" dirty="0">
                <a:solidFill>
                  <a:schemeClr val="bg1"/>
                </a:solidFill>
              </a:rPr>
              <a:t>If the balance is &gt;£255.00:</a:t>
            </a:r>
          </a:p>
          <a:p>
            <a:pPr lvl="1"/>
            <a:r>
              <a:rPr lang="en-US" sz="2800" dirty="0">
                <a:solidFill>
                  <a:schemeClr val="bg1"/>
                </a:solidFill>
              </a:rPr>
              <a:t>Record the full value.</a:t>
            </a:r>
          </a:p>
          <a:p>
            <a:pPr lvl="1"/>
            <a:r>
              <a:rPr lang="en-US" sz="2800" dirty="0">
                <a:solidFill>
                  <a:schemeClr val="bg1"/>
                </a:solidFill>
              </a:rPr>
              <a:t>Only £30.00 transfers to the new meter.</a:t>
            </a:r>
          </a:p>
          <a:p>
            <a:pPr lvl="1"/>
            <a:r>
              <a:rPr lang="en-US" sz="2800" dirty="0">
                <a:solidFill>
                  <a:schemeClr val="bg1"/>
                </a:solidFill>
              </a:rPr>
              <a:t>Customer must be advised to contact ScottishPower for refund of the remaining credit.</a:t>
            </a:r>
          </a:p>
          <a:p>
            <a:r>
              <a:rPr lang="en-US" sz="3500" dirty="0">
                <a:solidFill>
                  <a:schemeClr val="bg1"/>
                </a:solidFill>
              </a:rPr>
              <a:t>Where UTRNs are delivered to the HHT, the Engineer must demonstrate how to input them to the customer.</a:t>
            </a:r>
          </a:p>
        </p:txBody>
      </p:sp>
      <p:pic>
        <p:nvPicPr>
          <p:cNvPr id="4" name="Picture 3">
            <a:extLst>
              <a:ext uri="{FF2B5EF4-FFF2-40B4-BE49-F238E27FC236}">
                <a16:creationId xmlns:a16="http://schemas.microsoft.com/office/drawing/2014/main" id="{FAD67068-860D-CD50-B89C-77E1F521D9CF}"/>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9B3A0A47-BA28-1460-841D-8D80D8205BA0}"/>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2BE6DC24-D56E-AA1F-31C1-2139B00791F2}"/>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A logo with green text&#10;&#10;AI-generated content may be incorrect.">
            <a:extLst>
              <a:ext uri="{FF2B5EF4-FFF2-40B4-BE49-F238E27FC236}">
                <a16:creationId xmlns:a16="http://schemas.microsoft.com/office/drawing/2014/main" id="{BEE4A8F5-BC24-4147-6BAE-F72E080B37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0" name="Picture 9" descr="A green logo with white text&#10;&#10;AI-generated content may be incorrect.">
            <a:extLst>
              <a:ext uri="{FF2B5EF4-FFF2-40B4-BE49-F238E27FC236}">
                <a16:creationId xmlns:a16="http://schemas.microsoft.com/office/drawing/2014/main" id="{57D909E7-F88A-1B1D-15F1-49DC387451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
        <p:nvSpPr>
          <p:cNvPr id="11" name="TextBox 10">
            <a:extLst>
              <a:ext uri="{FF2B5EF4-FFF2-40B4-BE49-F238E27FC236}">
                <a16:creationId xmlns:a16="http://schemas.microsoft.com/office/drawing/2014/main" id="{68354A06-9079-B0D3-D370-98477D3D1B1B}"/>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spTree>
    <p:extLst>
      <p:ext uri="{BB962C8B-B14F-4D97-AF65-F5344CB8AC3E}">
        <p14:creationId xmlns:p14="http://schemas.microsoft.com/office/powerpoint/2010/main" val="3850829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C2E9ADC-5CFF-103A-CBB5-8920FB6B052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0FD7827-DCF1-CDD6-B8F7-64FF0C0E633E}"/>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09ED80F-A930-8E02-F3E5-E38852C8A935}"/>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869BFF44-90E3-CF76-5DEA-449F47B20502}"/>
              </a:ext>
            </a:extLst>
          </p:cNvPr>
          <p:cNvSpPr>
            <a:spLocks noGrp="1"/>
          </p:cNvSpPr>
          <p:nvPr>
            <p:ph type="subTitle" idx="1"/>
          </p:nvPr>
        </p:nvSpPr>
        <p:spPr>
          <a:xfrm>
            <a:off x="623316" y="1388969"/>
            <a:ext cx="10945368" cy="5329883"/>
          </a:xfrm>
        </p:spPr>
        <p:txBody>
          <a:bodyPr>
            <a:normAutofit fontScale="55000" lnSpcReduction="20000"/>
          </a:bodyPr>
          <a:lstStyle/>
          <a:p>
            <a:r>
              <a:rPr lang="en-US" sz="5100" b="1" dirty="0">
                <a:solidFill>
                  <a:schemeClr val="bg1"/>
                </a:solidFill>
              </a:rPr>
              <a:t>10. Job Type Specific Instructions</a:t>
            </a:r>
            <a:br>
              <a:rPr lang="en-US" dirty="0">
                <a:solidFill>
                  <a:schemeClr val="bg1"/>
                </a:solidFill>
              </a:rPr>
            </a:br>
            <a:endParaRPr lang="en-US" sz="3500" dirty="0">
              <a:solidFill>
                <a:schemeClr val="bg1"/>
              </a:solidFill>
            </a:endParaRPr>
          </a:p>
          <a:p>
            <a:r>
              <a:rPr lang="en-US" sz="2900" b="1" dirty="0">
                <a:solidFill>
                  <a:schemeClr val="bg1"/>
                </a:solidFill>
              </a:rPr>
              <a:t>10.3  ECO Jobs – General Requirements</a:t>
            </a:r>
          </a:p>
          <a:p>
            <a:r>
              <a:rPr lang="en-US" sz="2900" dirty="0">
                <a:solidFill>
                  <a:schemeClr val="bg1"/>
                </a:solidFill>
              </a:rPr>
              <a:t>All </a:t>
            </a:r>
            <a:r>
              <a:rPr lang="en-US" sz="2900" b="1" dirty="0">
                <a:solidFill>
                  <a:schemeClr val="bg1"/>
                </a:solidFill>
              </a:rPr>
              <a:t>ECO jobs</a:t>
            </a:r>
            <a:r>
              <a:rPr lang="en-US" sz="2900" dirty="0">
                <a:solidFill>
                  <a:schemeClr val="bg1"/>
                </a:solidFill>
              </a:rPr>
              <a:t> must be completed using a </a:t>
            </a:r>
            <a:r>
              <a:rPr lang="en-US" sz="2900" b="1" dirty="0">
                <a:solidFill>
                  <a:schemeClr val="bg1"/>
                </a:solidFill>
              </a:rPr>
              <a:t>smart meter and communications hub</a:t>
            </a:r>
            <a:r>
              <a:rPr lang="en-US" sz="2900" dirty="0">
                <a:solidFill>
                  <a:schemeClr val="bg1"/>
                </a:solidFill>
              </a:rPr>
              <a:t>.</a:t>
            </a:r>
          </a:p>
          <a:p>
            <a:r>
              <a:rPr lang="en-US" sz="2900" dirty="0">
                <a:solidFill>
                  <a:schemeClr val="bg1"/>
                </a:solidFill>
              </a:rPr>
              <a:t>SP policy requires that </a:t>
            </a:r>
            <a:r>
              <a:rPr lang="en-US" sz="2900" b="1" dirty="0">
                <a:solidFill>
                  <a:schemeClr val="bg1"/>
                </a:solidFill>
              </a:rPr>
              <a:t>customers are not left vulnerable</a:t>
            </a:r>
            <a:r>
              <a:rPr lang="en-US" sz="2900" dirty="0">
                <a:solidFill>
                  <a:schemeClr val="bg1"/>
                </a:solidFill>
              </a:rPr>
              <a:t> (no supply / no heating / no hot water).</a:t>
            </a:r>
          </a:p>
          <a:p>
            <a:pPr lvl="1"/>
            <a:r>
              <a:rPr lang="en-US" sz="2500" dirty="0">
                <a:solidFill>
                  <a:schemeClr val="bg1"/>
                </a:solidFill>
              </a:rPr>
              <a:t>If the Engineer </a:t>
            </a:r>
            <a:r>
              <a:rPr lang="en-US" sz="2500" b="1" dirty="0">
                <a:solidFill>
                  <a:schemeClr val="bg1"/>
                </a:solidFill>
              </a:rPr>
              <a:t>cannot replace equipment due to lack of stock</a:t>
            </a:r>
            <a:r>
              <a:rPr lang="en-US" sz="2500" dirty="0">
                <a:solidFill>
                  <a:schemeClr val="bg1"/>
                </a:solidFill>
              </a:rPr>
              <a:t>, this must be </a:t>
            </a:r>
            <a:r>
              <a:rPr lang="en-US" sz="2500" b="1" dirty="0">
                <a:solidFill>
                  <a:schemeClr val="bg1"/>
                </a:solidFill>
              </a:rPr>
              <a:t>escalated to the Line Manager</a:t>
            </a:r>
            <a:r>
              <a:rPr lang="en-US" sz="2500" dirty="0">
                <a:solidFill>
                  <a:schemeClr val="bg1"/>
                </a:solidFill>
              </a:rPr>
              <a:t> for support.</a:t>
            </a:r>
          </a:p>
          <a:p>
            <a:br>
              <a:rPr lang="en-US" sz="2900" dirty="0">
                <a:solidFill>
                  <a:schemeClr val="bg1"/>
                </a:solidFill>
              </a:rPr>
            </a:br>
            <a:endParaRPr lang="en-US" sz="2900" dirty="0">
              <a:solidFill>
                <a:schemeClr val="bg1"/>
              </a:solidFill>
            </a:endParaRPr>
          </a:p>
          <a:p>
            <a:r>
              <a:rPr lang="en-US" sz="2900" b="1" dirty="0">
                <a:solidFill>
                  <a:schemeClr val="bg1"/>
                </a:solidFill>
              </a:rPr>
              <a:t>Gas ECO – Hot Shoe Requirements</a:t>
            </a:r>
          </a:p>
          <a:p>
            <a:r>
              <a:rPr lang="en-US" sz="2900" dirty="0">
                <a:solidFill>
                  <a:schemeClr val="bg1"/>
                </a:solidFill>
              </a:rPr>
              <a:t>A Hot Shoe must be installed unless one of the following applies:</a:t>
            </a:r>
          </a:p>
          <a:p>
            <a:r>
              <a:rPr lang="en-US" sz="2900" b="1" dirty="0">
                <a:solidFill>
                  <a:schemeClr val="bg1"/>
                </a:solidFill>
              </a:rPr>
              <a:t>No live electric supply</a:t>
            </a:r>
            <a:r>
              <a:rPr lang="en-US" sz="2900" dirty="0">
                <a:solidFill>
                  <a:schemeClr val="bg1"/>
                </a:solidFill>
              </a:rPr>
              <a:t> → </a:t>
            </a:r>
            <a:r>
              <a:rPr lang="en-US" sz="2900" i="1" dirty="0">
                <a:solidFill>
                  <a:schemeClr val="bg1"/>
                </a:solidFill>
              </a:rPr>
              <a:t>Install &amp; Leave</a:t>
            </a:r>
            <a:endParaRPr lang="en-US" sz="2900" dirty="0">
              <a:solidFill>
                <a:schemeClr val="bg1"/>
              </a:solidFill>
            </a:endParaRPr>
          </a:p>
          <a:p>
            <a:r>
              <a:rPr lang="en-US" sz="2900" b="1" dirty="0">
                <a:solidFill>
                  <a:schemeClr val="bg1"/>
                </a:solidFill>
              </a:rPr>
              <a:t>No access to the electricity service position</a:t>
            </a:r>
            <a:r>
              <a:rPr lang="en-US" sz="2900" dirty="0">
                <a:solidFill>
                  <a:schemeClr val="bg1"/>
                </a:solidFill>
              </a:rPr>
              <a:t> → </a:t>
            </a:r>
            <a:r>
              <a:rPr lang="en-US" sz="2900" i="1" dirty="0">
                <a:solidFill>
                  <a:schemeClr val="bg1"/>
                </a:solidFill>
              </a:rPr>
              <a:t>Install &amp; Leave with photographic evidence</a:t>
            </a:r>
            <a:endParaRPr lang="en-US" sz="2900" dirty="0">
              <a:solidFill>
                <a:schemeClr val="bg1"/>
              </a:solidFill>
            </a:endParaRPr>
          </a:p>
          <a:p>
            <a:r>
              <a:rPr lang="en-US" sz="2900" b="1" dirty="0">
                <a:solidFill>
                  <a:schemeClr val="bg1"/>
                </a:solidFill>
              </a:rPr>
              <a:t>Inadequate space for the Hot Shoe</a:t>
            </a:r>
            <a:r>
              <a:rPr lang="en-US" sz="2900" dirty="0">
                <a:solidFill>
                  <a:schemeClr val="bg1"/>
                </a:solidFill>
              </a:rPr>
              <a:t> → </a:t>
            </a:r>
            <a:r>
              <a:rPr lang="en-US" sz="2900" i="1" dirty="0">
                <a:solidFill>
                  <a:schemeClr val="bg1"/>
                </a:solidFill>
              </a:rPr>
              <a:t>Install &amp; Leave with photographic evidence</a:t>
            </a:r>
            <a:endParaRPr lang="en-US" sz="2900" dirty="0">
              <a:solidFill>
                <a:schemeClr val="bg1"/>
              </a:solidFill>
            </a:endParaRPr>
          </a:p>
          <a:p>
            <a:br>
              <a:rPr lang="en-US" sz="2900" dirty="0">
                <a:solidFill>
                  <a:schemeClr val="bg1"/>
                </a:solidFill>
              </a:rPr>
            </a:br>
            <a:endParaRPr lang="en-US" sz="2900" dirty="0">
              <a:solidFill>
                <a:schemeClr val="bg1"/>
              </a:solidFill>
            </a:endParaRPr>
          </a:p>
          <a:p>
            <a:r>
              <a:rPr lang="en-US" sz="2900" b="1" dirty="0">
                <a:solidFill>
                  <a:schemeClr val="bg1"/>
                </a:solidFill>
              </a:rPr>
              <a:t>Customer Refusal to Power Down</a:t>
            </a:r>
          </a:p>
          <a:p>
            <a:r>
              <a:rPr lang="en-US" sz="2900" dirty="0">
                <a:solidFill>
                  <a:schemeClr val="bg1"/>
                </a:solidFill>
              </a:rPr>
              <a:t>There is </a:t>
            </a:r>
            <a:r>
              <a:rPr lang="en-US" sz="2900" b="1" dirty="0">
                <a:solidFill>
                  <a:schemeClr val="bg1"/>
                </a:solidFill>
              </a:rPr>
              <a:t>no agreement</a:t>
            </a:r>
            <a:r>
              <a:rPr lang="en-US" sz="2900" dirty="0">
                <a:solidFill>
                  <a:schemeClr val="bg1"/>
                </a:solidFill>
              </a:rPr>
              <a:t> allowing customer refusal to power down when a Hot Shoe is required.</a:t>
            </a:r>
          </a:p>
          <a:p>
            <a:r>
              <a:rPr lang="en-US" sz="2900" dirty="0">
                <a:solidFill>
                  <a:schemeClr val="bg1"/>
                </a:solidFill>
              </a:rPr>
              <a:t>If the customer </a:t>
            </a:r>
            <a:r>
              <a:rPr lang="en-US" sz="2900" b="1" dirty="0">
                <a:solidFill>
                  <a:schemeClr val="bg1"/>
                </a:solidFill>
              </a:rPr>
              <a:t>refuses to power down</a:t>
            </a:r>
            <a:r>
              <a:rPr lang="en-US" sz="2900" dirty="0">
                <a:solidFill>
                  <a:schemeClr val="bg1"/>
                </a:solidFill>
              </a:rPr>
              <a:t>, the Engineer must </a:t>
            </a:r>
            <a:r>
              <a:rPr lang="en-US" sz="2900" b="1" dirty="0">
                <a:solidFill>
                  <a:schemeClr val="bg1"/>
                </a:solidFill>
              </a:rPr>
              <a:t>escalate to Dispatch/OOH</a:t>
            </a:r>
            <a:r>
              <a:rPr lang="en-US" sz="2900" dirty="0">
                <a:solidFill>
                  <a:schemeClr val="bg1"/>
                </a:solidFill>
              </a:rPr>
              <a:t>.</a:t>
            </a:r>
          </a:p>
          <a:p>
            <a:r>
              <a:rPr lang="en-US" sz="2900" dirty="0">
                <a:solidFill>
                  <a:schemeClr val="bg1"/>
                </a:solidFill>
              </a:rPr>
              <a:t>Only the three reasons listed above are </a:t>
            </a:r>
            <a:r>
              <a:rPr lang="en-US" sz="2900" b="1" dirty="0">
                <a:solidFill>
                  <a:schemeClr val="bg1"/>
                </a:solidFill>
              </a:rPr>
              <a:t>valid grounds</a:t>
            </a:r>
            <a:r>
              <a:rPr lang="en-US" sz="2900" dirty="0">
                <a:solidFill>
                  <a:schemeClr val="bg1"/>
                </a:solidFill>
              </a:rPr>
              <a:t> for </a:t>
            </a:r>
            <a:r>
              <a:rPr lang="en-US" sz="2900" i="1" dirty="0">
                <a:solidFill>
                  <a:schemeClr val="bg1"/>
                </a:solidFill>
              </a:rPr>
              <a:t>not</a:t>
            </a:r>
            <a:r>
              <a:rPr lang="en-US" sz="2900" dirty="0">
                <a:solidFill>
                  <a:schemeClr val="bg1"/>
                </a:solidFill>
              </a:rPr>
              <a:t> installing a Hot Shoe on emergency jobs.</a:t>
            </a:r>
          </a:p>
        </p:txBody>
      </p:sp>
      <p:pic>
        <p:nvPicPr>
          <p:cNvPr id="4" name="Picture 3">
            <a:extLst>
              <a:ext uri="{FF2B5EF4-FFF2-40B4-BE49-F238E27FC236}">
                <a16:creationId xmlns:a16="http://schemas.microsoft.com/office/drawing/2014/main" id="{C9275E77-E03D-24A1-6D5B-1DDBEDE7A902}"/>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6189EADD-1904-F51C-BB92-2BE47112D399}"/>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816B6462-8570-4AE5-5E28-9DBB303E3103}"/>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logo with green text&#10;&#10;AI-generated content may be incorrect.">
            <a:extLst>
              <a:ext uri="{FF2B5EF4-FFF2-40B4-BE49-F238E27FC236}">
                <a16:creationId xmlns:a16="http://schemas.microsoft.com/office/drawing/2014/main" id="{43C52840-D7E2-220E-89D4-9928EAEF4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8" name="Picture 7" descr="A green logo with white text&#10;&#10;AI-generated content may be incorrect.">
            <a:extLst>
              <a:ext uri="{FF2B5EF4-FFF2-40B4-BE49-F238E27FC236}">
                <a16:creationId xmlns:a16="http://schemas.microsoft.com/office/drawing/2014/main" id="{2D2D3D67-B773-0AF5-221E-55E18D702C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352001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733C0201-41EB-CF41-B039-9E8A21C37A3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08D5671-6383-4023-F5BE-217A57EBF595}"/>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E76BA7C-1380-C359-F90D-0B8AED8BCEB3}"/>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1985F469-FB5E-2F62-5D42-29EEF02C34AB}"/>
              </a:ext>
            </a:extLst>
          </p:cNvPr>
          <p:cNvSpPr>
            <a:spLocks noGrp="1"/>
          </p:cNvSpPr>
          <p:nvPr>
            <p:ph type="subTitle" idx="1"/>
          </p:nvPr>
        </p:nvSpPr>
        <p:spPr>
          <a:xfrm>
            <a:off x="623316" y="1388969"/>
            <a:ext cx="10945368" cy="5329883"/>
          </a:xfrm>
        </p:spPr>
        <p:txBody>
          <a:bodyPr>
            <a:normAutofit fontScale="40000" lnSpcReduction="20000"/>
          </a:bodyPr>
          <a:lstStyle/>
          <a:p>
            <a:r>
              <a:rPr lang="en-US" sz="7000" b="1" dirty="0">
                <a:solidFill>
                  <a:schemeClr val="bg1"/>
                </a:solidFill>
              </a:rPr>
              <a:t>10. Job Type Specific Instructions</a:t>
            </a:r>
            <a:br>
              <a:rPr lang="en-US" dirty="0">
                <a:solidFill>
                  <a:schemeClr val="bg1"/>
                </a:solidFill>
              </a:rPr>
            </a:br>
            <a:endParaRPr lang="en-US" sz="3500" dirty="0">
              <a:solidFill>
                <a:schemeClr val="bg1"/>
              </a:solidFill>
            </a:endParaRPr>
          </a:p>
          <a:p>
            <a:r>
              <a:rPr lang="en-US" sz="2900" b="1" dirty="0">
                <a:solidFill>
                  <a:schemeClr val="bg1"/>
                </a:solidFill>
              </a:rPr>
              <a:t>10.5 Gas Solus (excluding New Connections)</a:t>
            </a:r>
          </a:p>
          <a:p>
            <a:r>
              <a:rPr lang="en-US" sz="2900" dirty="0">
                <a:solidFill>
                  <a:schemeClr val="bg1"/>
                </a:solidFill>
              </a:rPr>
              <a:t>All Gas Solus jobs must be completed with a smart meter and communications hub.</a:t>
            </a:r>
          </a:p>
          <a:p>
            <a:r>
              <a:rPr lang="en-US" sz="2900" dirty="0">
                <a:solidFill>
                  <a:schemeClr val="bg1"/>
                </a:solidFill>
              </a:rPr>
              <a:t>For No WAN, refer to Section 4 – WAN.</a:t>
            </a:r>
          </a:p>
          <a:p>
            <a:r>
              <a:rPr lang="en-US" sz="2900" dirty="0">
                <a:solidFill>
                  <a:schemeClr val="bg1"/>
                </a:solidFill>
              </a:rPr>
              <a:t>If a Dual Band CH is required, follow Section 2 – Dual Band Consideration.</a:t>
            </a:r>
            <a:br>
              <a:rPr lang="en-US" sz="2900" dirty="0">
                <a:solidFill>
                  <a:schemeClr val="bg1"/>
                </a:solidFill>
              </a:rPr>
            </a:br>
            <a:endParaRPr lang="en-US" sz="2900" dirty="0">
              <a:solidFill>
                <a:schemeClr val="bg1"/>
              </a:solidFill>
            </a:endParaRPr>
          </a:p>
          <a:p>
            <a:r>
              <a:rPr lang="en-US" sz="2900" b="1" dirty="0">
                <a:solidFill>
                  <a:schemeClr val="bg1"/>
                </a:solidFill>
              </a:rPr>
              <a:t>10.6 New Connections</a:t>
            </a:r>
          </a:p>
          <a:p>
            <a:r>
              <a:rPr lang="en-US" sz="2900" dirty="0">
                <a:solidFill>
                  <a:schemeClr val="bg1"/>
                </a:solidFill>
              </a:rPr>
              <a:t>All New Connections must be serviced with a smart meter and communications hub.</a:t>
            </a:r>
          </a:p>
          <a:p>
            <a:r>
              <a:rPr lang="en-US" sz="2900" dirty="0">
                <a:solidFill>
                  <a:schemeClr val="bg1"/>
                </a:solidFill>
              </a:rPr>
              <a:t>For No WAN, refer to Section 4 – WAN.</a:t>
            </a:r>
          </a:p>
          <a:p>
            <a:endParaRPr lang="en-US" sz="2900" dirty="0">
              <a:solidFill>
                <a:schemeClr val="bg1"/>
              </a:solidFill>
            </a:endParaRPr>
          </a:p>
          <a:p>
            <a:r>
              <a:rPr lang="en-US" sz="2900" b="1" dirty="0">
                <a:solidFill>
                  <a:schemeClr val="bg1"/>
                </a:solidFill>
              </a:rPr>
              <a:t>Dual Band Requirements</a:t>
            </a:r>
            <a:endParaRPr lang="en-US" sz="2900" dirty="0">
              <a:solidFill>
                <a:schemeClr val="bg1"/>
              </a:solidFill>
            </a:endParaRPr>
          </a:p>
          <a:p>
            <a:r>
              <a:rPr lang="en-US" sz="2900" dirty="0">
                <a:solidFill>
                  <a:schemeClr val="bg1"/>
                </a:solidFill>
              </a:rPr>
              <a:t>If a Dual Band CH is required based on device distance, see Section 2.</a:t>
            </a:r>
          </a:p>
          <a:p>
            <a:r>
              <a:rPr lang="en-US" sz="2900" dirty="0">
                <a:solidFill>
                  <a:schemeClr val="bg1"/>
                </a:solidFill>
              </a:rPr>
              <a:t>If the DB GSME fails to join, the Install &amp; Leave process must be followed.</a:t>
            </a:r>
          </a:p>
          <a:p>
            <a:r>
              <a:rPr lang="en-US" sz="2900" dirty="0">
                <a:solidFill>
                  <a:schemeClr val="bg1"/>
                </a:solidFill>
              </a:rPr>
              <a:t>Where a Gas New Connection is outside DB range, the Engineer must Install &amp; Leave.</a:t>
            </a:r>
          </a:p>
          <a:p>
            <a:r>
              <a:rPr lang="en-US" sz="2900" b="1" dirty="0">
                <a:solidFill>
                  <a:schemeClr val="bg1"/>
                </a:solidFill>
              </a:rPr>
              <a:t>Hot Shoe Requirements (Gas New Connections)</a:t>
            </a:r>
            <a:br>
              <a:rPr lang="en-US" sz="2900" dirty="0">
                <a:solidFill>
                  <a:schemeClr val="bg1"/>
                </a:solidFill>
              </a:rPr>
            </a:br>
            <a:r>
              <a:rPr lang="en-US" sz="2900" dirty="0">
                <a:solidFill>
                  <a:schemeClr val="bg1"/>
                </a:solidFill>
              </a:rPr>
              <a:t>Install &amp; Leave must be used when the job requires a Hot Shoe but:</a:t>
            </a:r>
          </a:p>
          <a:p>
            <a:r>
              <a:rPr lang="en-US" sz="2900" b="1" dirty="0">
                <a:solidFill>
                  <a:schemeClr val="bg1"/>
                </a:solidFill>
              </a:rPr>
              <a:t>No live electric supply</a:t>
            </a:r>
            <a:endParaRPr lang="en-US" sz="2900" dirty="0">
              <a:solidFill>
                <a:schemeClr val="bg1"/>
              </a:solidFill>
            </a:endParaRPr>
          </a:p>
          <a:p>
            <a:r>
              <a:rPr lang="en-US" sz="2900" b="1" dirty="0">
                <a:solidFill>
                  <a:schemeClr val="bg1"/>
                </a:solidFill>
              </a:rPr>
              <a:t>No access to the electricity service position</a:t>
            </a:r>
            <a:endParaRPr lang="en-US" sz="2900" dirty="0">
              <a:solidFill>
                <a:schemeClr val="bg1"/>
              </a:solidFill>
            </a:endParaRPr>
          </a:p>
          <a:p>
            <a:pPr lvl="1"/>
            <a:r>
              <a:rPr lang="en-US" sz="2500" i="1" dirty="0">
                <a:solidFill>
                  <a:schemeClr val="bg1"/>
                </a:solidFill>
              </a:rPr>
              <a:t>Photographic evidence required</a:t>
            </a:r>
            <a:endParaRPr lang="en-US" sz="2500" dirty="0">
              <a:solidFill>
                <a:schemeClr val="bg1"/>
              </a:solidFill>
            </a:endParaRPr>
          </a:p>
          <a:p>
            <a:r>
              <a:rPr lang="en-US" sz="2900" b="1" dirty="0">
                <a:solidFill>
                  <a:schemeClr val="bg1"/>
                </a:solidFill>
              </a:rPr>
              <a:t>Inadequate space for the Hot Shoe</a:t>
            </a:r>
            <a:endParaRPr lang="en-US" sz="2900" dirty="0">
              <a:solidFill>
                <a:schemeClr val="bg1"/>
              </a:solidFill>
            </a:endParaRPr>
          </a:p>
          <a:p>
            <a:pPr lvl="1"/>
            <a:r>
              <a:rPr lang="en-US" sz="2500" i="1" dirty="0">
                <a:solidFill>
                  <a:schemeClr val="bg1"/>
                </a:solidFill>
              </a:rPr>
              <a:t>Photographic evidence required</a:t>
            </a:r>
            <a:endParaRPr lang="en-US" sz="2500" dirty="0">
              <a:solidFill>
                <a:schemeClr val="bg1"/>
              </a:solidFill>
            </a:endParaRPr>
          </a:p>
        </p:txBody>
      </p:sp>
      <p:pic>
        <p:nvPicPr>
          <p:cNvPr id="4" name="Picture 3">
            <a:extLst>
              <a:ext uri="{FF2B5EF4-FFF2-40B4-BE49-F238E27FC236}">
                <a16:creationId xmlns:a16="http://schemas.microsoft.com/office/drawing/2014/main" id="{A6DB47A1-74E5-B412-5E9E-D4FB14199321}"/>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6F7DBE3F-F311-52CC-936A-ACDB3717ED61}"/>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8B610873-9EDE-1BDB-42EB-0A1C738C56A2}"/>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4DC82E32-23CD-C108-6D61-74087950155E}"/>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910E0187-C699-2E72-44A2-008D23FBA3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898AB648-1838-0D30-F20B-56CEC25AEC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171095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39DBCF54-6869-B78B-A496-62A224E87B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AF2FFD2-1DA8-005F-FE03-D241A659195D}"/>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31013C0-4AF1-10CA-B0C6-99CB4ED891F8}"/>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8F5063B6-F104-75B5-B60F-F27288BBF918}"/>
              </a:ext>
            </a:extLst>
          </p:cNvPr>
          <p:cNvSpPr>
            <a:spLocks noGrp="1"/>
          </p:cNvSpPr>
          <p:nvPr>
            <p:ph type="subTitle" idx="1"/>
          </p:nvPr>
        </p:nvSpPr>
        <p:spPr>
          <a:xfrm>
            <a:off x="623316" y="1388969"/>
            <a:ext cx="10945368" cy="5329883"/>
          </a:xfrm>
        </p:spPr>
        <p:txBody>
          <a:bodyPr>
            <a:normAutofit/>
          </a:bodyPr>
          <a:lstStyle/>
          <a:p>
            <a:r>
              <a:rPr lang="en-US" sz="2800" b="1" dirty="0">
                <a:solidFill>
                  <a:schemeClr val="bg1"/>
                </a:solidFill>
              </a:rPr>
              <a:t>11. Aborts after HHT submission (Drop Fuel)</a:t>
            </a:r>
            <a:br>
              <a:rPr lang="en-US" sz="3600" b="1" dirty="0">
                <a:solidFill>
                  <a:schemeClr val="bg1"/>
                </a:solidFill>
              </a:rPr>
            </a:br>
            <a:br>
              <a:rPr lang="en-US" sz="4400" dirty="0">
                <a:solidFill>
                  <a:schemeClr val="bg1"/>
                </a:solidFill>
              </a:rPr>
            </a:br>
            <a:r>
              <a:rPr lang="en-US" sz="4000" dirty="0">
                <a:solidFill>
                  <a:schemeClr val="bg1"/>
                </a:solidFill>
              </a:rPr>
              <a:t>If an engineer aborts installation of any smart asset(s), they must update Meterflow to reflect the true site condition</a:t>
            </a:r>
          </a:p>
          <a:p>
            <a:r>
              <a:rPr lang="en-US" sz="4000" dirty="0">
                <a:solidFill>
                  <a:schemeClr val="bg1"/>
                </a:solidFill>
              </a:rPr>
              <a:t>When a smart asset has been loaded via HHT but is not installed or later removed, the HHT Drop Fuel action must be performed</a:t>
            </a:r>
          </a:p>
        </p:txBody>
      </p:sp>
      <p:pic>
        <p:nvPicPr>
          <p:cNvPr id="4" name="Picture 3">
            <a:extLst>
              <a:ext uri="{FF2B5EF4-FFF2-40B4-BE49-F238E27FC236}">
                <a16:creationId xmlns:a16="http://schemas.microsoft.com/office/drawing/2014/main" id="{41D8F386-099A-324D-6E2D-798A51FC396F}"/>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DFA2219F-A715-C903-C769-77D58FD5D1F3}"/>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7BA8BC44-6099-C750-80F7-F95350D4EC44}"/>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211B7A7A-3555-514F-AEE1-A0EA87766C56}"/>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742AE67E-3AF8-643B-F6C2-0640AE8FB3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A7A977B5-F42D-081E-2C68-ADC3546D79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755354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5EA4F94A-BF13-9E5A-E1E8-1B4EFFB2AC1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B0A7F15-0B4F-D8D9-58A4-893C2FD7622D}"/>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82D675-9705-F32E-FD9C-D8C15DFC0E1F}"/>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3CD658B6-913D-E8DA-E99B-045B793F9C41}"/>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12. HAN</a:t>
            </a:r>
            <a:br>
              <a:rPr lang="en-US" sz="3600" dirty="0">
                <a:solidFill>
                  <a:schemeClr val="bg1"/>
                </a:solidFill>
              </a:rPr>
            </a:br>
            <a:br>
              <a:rPr lang="en-US" sz="4400" dirty="0">
                <a:solidFill>
                  <a:schemeClr val="bg1"/>
                </a:solidFill>
              </a:rPr>
            </a:br>
            <a:r>
              <a:rPr lang="en-US" sz="3600" dirty="0" err="1">
                <a:solidFill>
                  <a:schemeClr val="bg1"/>
                </a:solidFill>
              </a:rPr>
              <a:t>HAN</a:t>
            </a:r>
            <a:r>
              <a:rPr lang="en-US" sz="3600" dirty="0">
                <a:solidFill>
                  <a:schemeClr val="bg1"/>
                </a:solidFill>
              </a:rPr>
              <a:t> – Home Area Network</a:t>
            </a:r>
          </a:p>
          <a:p>
            <a:r>
              <a:rPr lang="en-US" sz="3600" dirty="0">
                <a:solidFill>
                  <a:schemeClr val="bg1"/>
                </a:solidFill>
              </a:rPr>
              <a:t>Engineer must consider use of:</a:t>
            </a:r>
          </a:p>
          <a:p>
            <a:pPr lvl="1"/>
            <a:r>
              <a:rPr lang="en-US" sz="3200" dirty="0">
                <a:solidFill>
                  <a:schemeClr val="bg1"/>
                </a:solidFill>
              </a:rPr>
              <a:t>DB CH, DB GSME, and/or DB PPMID</a:t>
            </a:r>
            <a:br>
              <a:rPr lang="en-US" sz="3200" dirty="0">
                <a:solidFill>
                  <a:schemeClr val="bg1"/>
                </a:solidFill>
              </a:rPr>
            </a:br>
            <a:endParaRPr lang="en-US" sz="3200" dirty="0">
              <a:solidFill>
                <a:schemeClr val="bg1"/>
              </a:solidFill>
            </a:endParaRPr>
          </a:p>
          <a:p>
            <a:r>
              <a:rPr lang="en-US" sz="3600" dirty="0">
                <a:solidFill>
                  <a:schemeClr val="bg1"/>
                </a:solidFill>
              </a:rPr>
              <a:t>If a device fails to join HAN, the Engineer receives an Alert Response via HHT and must action alerts following SESM Smart Support team guidance</a:t>
            </a:r>
          </a:p>
        </p:txBody>
      </p:sp>
      <p:pic>
        <p:nvPicPr>
          <p:cNvPr id="4" name="Picture 3">
            <a:extLst>
              <a:ext uri="{FF2B5EF4-FFF2-40B4-BE49-F238E27FC236}">
                <a16:creationId xmlns:a16="http://schemas.microsoft.com/office/drawing/2014/main" id="{457D9604-2A6B-D731-5DB7-435169398FE7}"/>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483C176F-4E41-9102-0452-52488B5F0EA3}"/>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84DF0CA2-51A3-9127-D6E9-EF7D75E981C9}"/>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5925CEBA-DBC7-545D-B9CA-C4EB14CCE5D3}"/>
              </a:ext>
            </a:extLst>
          </p:cNvPr>
          <p:cNvSpPr txBox="1"/>
          <p:nvPr/>
        </p:nvSpPr>
        <p:spPr>
          <a:xfrm>
            <a:off x="3959352" y="6527476"/>
            <a:ext cx="4273296" cy="276999"/>
          </a:xfrm>
          <a:prstGeom prst="rect">
            <a:avLst/>
          </a:prstGeom>
          <a:noFill/>
        </p:spPr>
        <p:txBody>
          <a:bodyPr wrap="square" rtlCol="0">
            <a:spAutoFit/>
          </a:bodyPr>
          <a:lstStyle/>
          <a:p>
            <a:r>
              <a:rPr lang="en-US" sz="1200" dirty="0">
                <a:solidFill>
                  <a:schemeClr val="bg1"/>
                </a:solidFill>
              </a:rPr>
              <a:t>Always escalate non-COMP-FULL scenarios to Smart Support</a:t>
            </a:r>
            <a:endParaRPr lang="en-GB" sz="1200" dirty="0">
              <a:solidFill>
                <a:schemeClr val="bg1"/>
              </a:solidFill>
            </a:endParaRPr>
          </a:p>
        </p:txBody>
      </p:sp>
      <p:pic>
        <p:nvPicPr>
          <p:cNvPr id="8" name="Picture 7" descr="A logo with green text&#10;&#10;AI-generated content may be incorrect.">
            <a:extLst>
              <a:ext uri="{FF2B5EF4-FFF2-40B4-BE49-F238E27FC236}">
                <a16:creationId xmlns:a16="http://schemas.microsoft.com/office/drawing/2014/main" id="{5752432A-8676-7C3B-299C-59746DCED5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0" name="Picture 9" descr="A green logo with white text&#10;&#10;AI-generated content may be incorrect.">
            <a:extLst>
              <a:ext uri="{FF2B5EF4-FFF2-40B4-BE49-F238E27FC236}">
                <a16:creationId xmlns:a16="http://schemas.microsoft.com/office/drawing/2014/main" id="{07151E6A-61C4-A999-3DFE-D09315AC2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947873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CCD6514A-BE6B-B48C-B2F9-57B5287F42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338074-B1DE-F090-B056-972BDE22205C}"/>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9C0BA8-B09E-2718-258D-EB3265076EDC}"/>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FBBC1184-2278-3E96-C5E6-A54B90341E75}"/>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12. HAN</a:t>
            </a:r>
            <a:br>
              <a:rPr lang="en-US" sz="3600" dirty="0">
                <a:solidFill>
                  <a:schemeClr val="bg1"/>
                </a:solidFill>
              </a:rPr>
            </a:br>
            <a:br>
              <a:rPr lang="en-US" sz="4400" dirty="0">
                <a:solidFill>
                  <a:schemeClr val="bg1"/>
                </a:solidFill>
              </a:rPr>
            </a:br>
            <a:r>
              <a:rPr lang="en-US" sz="3600" dirty="0" err="1">
                <a:solidFill>
                  <a:schemeClr val="bg1"/>
                </a:solidFill>
              </a:rPr>
              <a:t>HAN</a:t>
            </a:r>
            <a:r>
              <a:rPr lang="en-US" sz="3600" dirty="0">
                <a:solidFill>
                  <a:schemeClr val="bg1"/>
                </a:solidFill>
              </a:rPr>
              <a:t> – Home Area Network</a:t>
            </a:r>
          </a:p>
          <a:p>
            <a:r>
              <a:rPr lang="en-US" sz="3600" dirty="0">
                <a:solidFill>
                  <a:schemeClr val="bg1"/>
                </a:solidFill>
              </a:rPr>
              <a:t>Engineer must consider use of:</a:t>
            </a:r>
          </a:p>
          <a:p>
            <a:pPr lvl="1"/>
            <a:r>
              <a:rPr lang="en-US" sz="3200" dirty="0">
                <a:solidFill>
                  <a:schemeClr val="bg1"/>
                </a:solidFill>
              </a:rPr>
              <a:t>DB CH, DB GSME, and/or DB PPMID</a:t>
            </a:r>
            <a:br>
              <a:rPr lang="en-US" sz="3200" dirty="0">
                <a:solidFill>
                  <a:schemeClr val="bg1"/>
                </a:solidFill>
              </a:rPr>
            </a:br>
            <a:endParaRPr lang="en-US" sz="3200" dirty="0">
              <a:solidFill>
                <a:schemeClr val="bg1"/>
              </a:solidFill>
            </a:endParaRPr>
          </a:p>
          <a:p>
            <a:r>
              <a:rPr lang="en-US" sz="3600" dirty="0">
                <a:solidFill>
                  <a:schemeClr val="bg1"/>
                </a:solidFill>
              </a:rPr>
              <a:t>If a device fails to join HAN, the Engineer receives an Alert Response via HHT and must action alerts following SESM Smart Support team guidance</a:t>
            </a:r>
          </a:p>
        </p:txBody>
      </p:sp>
      <p:pic>
        <p:nvPicPr>
          <p:cNvPr id="4" name="Picture 3">
            <a:extLst>
              <a:ext uri="{FF2B5EF4-FFF2-40B4-BE49-F238E27FC236}">
                <a16:creationId xmlns:a16="http://schemas.microsoft.com/office/drawing/2014/main" id="{51A6F3C1-8190-5238-2091-6B3A916C50B9}"/>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5743F546-D32F-715B-0B0B-F7DFA0BC4311}"/>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580BCA32-33F6-04F9-7917-D22A4F8A4C48}"/>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74BDADED-FC55-9CE6-6685-F9BAE5CD6D41}"/>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4456C4AC-5FDB-7DC2-1EDE-6FB7E580C1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37144D3D-B1AF-389F-5B01-99193CFACD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202116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D7F0AFDB-461C-8DE4-93DA-8EC5D66FF00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84D9F8E-04C7-C2CC-FC9E-120718B5D6E4}"/>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43CF6CF-89E5-52BC-8308-8C7BAE7ABFB2}"/>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2A47EC2F-051D-1D67-FFA6-1A6E78EAB168}"/>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E20</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597FD718-4CE5-A78D-FEF7-A1629BD277F0}"/>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0B5B1F84-62F2-EFAE-636B-B99329DA0A25}"/>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F1244B62-D626-6185-9154-9711DA415B8F}"/>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A3AC3537-112B-5E71-BDBC-F1AA7DCC22AF}"/>
              </a:ext>
            </a:extLst>
          </p:cNvPr>
          <p:cNvPicPr>
            <a:picLocks noChangeAspect="1"/>
          </p:cNvPicPr>
          <p:nvPr/>
        </p:nvPicPr>
        <p:blipFill>
          <a:blip r:embed="rId5"/>
          <a:stretch>
            <a:fillRect/>
          </a:stretch>
        </p:blipFill>
        <p:spPr>
          <a:xfrm>
            <a:off x="1147762" y="2148634"/>
            <a:ext cx="9896475" cy="4082108"/>
          </a:xfrm>
          <a:prstGeom prst="rect">
            <a:avLst/>
          </a:prstGeom>
        </p:spPr>
      </p:pic>
      <p:sp>
        <p:nvSpPr>
          <p:cNvPr id="10" name="TextBox 9">
            <a:extLst>
              <a:ext uri="{FF2B5EF4-FFF2-40B4-BE49-F238E27FC236}">
                <a16:creationId xmlns:a16="http://schemas.microsoft.com/office/drawing/2014/main" id="{1976FD5B-961E-0495-A8B5-E6440A7BFD4C}"/>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6717D143-5B70-5DCB-1292-2B05383F38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08202EA9-DE76-22B6-A55A-4940EE07F8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937153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7D2F3B2D-D0C6-133C-F2B1-EAEC25B9F9F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BE75B95-FD1F-8B07-F5D6-88597675F273}"/>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6CC2418-CFB3-9CA0-16F4-5E1F141260F1}"/>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4F972294-7C54-030E-77E5-0D4CF8AFAA1C}"/>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E21</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6A5578E9-9867-D0F2-1E97-82E1F27E8DB6}"/>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AAFB71B0-E651-041D-2C12-BED31E748BCF}"/>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CDF51761-B739-F67B-9E82-723D95474188}"/>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E23A9ED4-BEF1-887F-AED7-8EBEF11088A2}"/>
              </a:ext>
            </a:extLst>
          </p:cNvPr>
          <p:cNvPicPr>
            <a:picLocks noChangeAspect="1"/>
          </p:cNvPicPr>
          <p:nvPr/>
        </p:nvPicPr>
        <p:blipFill>
          <a:blip r:embed="rId5"/>
          <a:stretch>
            <a:fillRect/>
          </a:stretch>
        </p:blipFill>
        <p:spPr>
          <a:xfrm>
            <a:off x="1081087" y="1955448"/>
            <a:ext cx="10029825" cy="4763404"/>
          </a:xfrm>
          <a:prstGeom prst="rect">
            <a:avLst/>
          </a:prstGeom>
        </p:spPr>
      </p:pic>
      <p:pic>
        <p:nvPicPr>
          <p:cNvPr id="8" name="Picture 7" descr="A logo with green text&#10;&#10;AI-generated content may be incorrect.">
            <a:extLst>
              <a:ext uri="{FF2B5EF4-FFF2-40B4-BE49-F238E27FC236}">
                <a16:creationId xmlns:a16="http://schemas.microsoft.com/office/drawing/2014/main" id="{D6713034-D632-91A2-28BC-D0E8F6D5B7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937C563B-EC6A-9B11-1D5F-B433E4AD83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1337512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34DB5042-AC64-C5D6-A7C7-033459CF1CC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84E6954-BB28-726F-ADF3-B033FDACD72D}"/>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32B5633-E8C1-193B-A50A-18DCFAD9F635}"/>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00F2ED88-4D08-9396-EB4F-1C32616BFB4D}"/>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M99</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719EA94D-6F20-F8AB-3C2A-C157520735BE}"/>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71340CD8-5A77-F5F2-7463-ACB886911DF9}"/>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C2A6EE6B-DAD3-7BD9-7DA5-8AF7BA2D6D87}"/>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544E9047-E2F3-8476-3D2C-8FF89904099C}"/>
              </a:ext>
            </a:extLst>
          </p:cNvPr>
          <p:cNvPicPr>
            <a:picLocks noChangeAspect="1"/>
          </p:cNvPicPr>
          <p:nvPr/>
        </p:nvPicPr>
        <p:blipFill>
          <a:blip r:embed="rId5"/>
          <a:stretch>
            <a:fillRect/>
          </a:stretch>
        </p:blipFill>
        <p:spPr>
          <a:xfrm>
            <a:off x="1510117" y="2019206"/>
            <a:ext cx="9682717" cy="4731327"/>
          </a:xfrm>
          <a:prstGeom prst="rect">
            <a:avLst/>
          </a:prstGeom>
        </p:spPr>
      </p:pic>
      <p:pic>
        <p:nvPicPr>
          <p:cNvPr id="5" name="Picture 4" descr="A logo with green text&#10;&#10;AI-generated content may be incorrect.">
            <a:extLst>
              <a:ext uri="{FF2B5EF4-FFF2-40B4-BE49-F238E27FC236}">
                <a16:creationId xmlns:a16="http://schemas.microsoft.com/office/drawing/2014/main" id="{C2035611-F1B7-DD27-AD9E-C13001D6D7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0" name="Picture 9" descr="A green logo with white text&#10;&#10;AI-generated content may be incorrect.">
            <a:extLst>
              <a:ext uri="{FF2B5EF4-FFF2-40B4-BE49-F238E27FC236}">
                <a16:creationId xmlns:a16="http://schemas.microsoft.com/office/drawing/2014/main" id="{677B65F8-F180-2D82-58BB-E82B144C937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25823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DD52DC1-C692-037C-1842-896A0EAA60E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816178-F03F-BD72-1FB1-13FBD8DD855B}"/>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0D5E44-98FB-F217-D1DB-9B61A49B6558}"/>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A27DB4CE-1E8D-384F-B080-1A941A06C705}"/>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E4 &amp; E5</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C7D51D62-98C9-2BC3-035E-2E720B45C406}"/>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89660297-73F2-9B5D-CEAB-C56FA232C783}"/>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A755CAB2-9A79-EDCE-B0BD-5B6B8D87F666}"/>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7117BE95-FCE2-08F7-CA26-F6FCA1850526}"/>
              </a:ext>
            </a:extLst>
          </p:cNvPr>
          <p:cNvPicPr>
            <a:picLocks noChangeAspect="1"/>
          </p:cNvPicPr>
          <p:nvPr/>
        </p:nvPicPr>
        <p:blipFill>
          <a:blip r:embed="rId5"/>
          <a:stretch>
            <a:fillRect/>
          </a:stretch>
        </p:blipFill>
        <p:spPr>
          <a:xfrm>
            <a:off x="659501" y="2172600"/>
            <a:ext cx="10872998" cy="2957852"/>
          </a:xfrm>
          <a:prstGeom prst="rect">
            <a:avLst/>
          </a:prstGeom>
        </p:spPr>
      </p:pic>
      <p:sp>
        <p:nvSpPr>
          <p:cNvPr id="8" name="TextBox 7">
            <a:extLst>
              <a:ext uri="{FF2B5EF4-FFF2-40B4-BE49-F238E27FC236}">
                <a16:creationId xmlns:a16="http://schemas.microsoft.com/office/drawing/2014/main" id="{B56C39E3-A0D8-3BA4-E140-9989EA5EBE2D}"/>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41BAB717-D50A-A41B-9159-1EE2FA30C1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475C6665-873A-3F4D-AAB4-452EE96AF6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6777916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EF27092-0833-E62C-4E0B-DBDBCF22E9D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B2DE76F-6BFE-7C33-2C21-149DC7602E66}"/>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F0A474A-19EE-A807-BDD7-17203F609BBD}"/>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EBC92B4F-0DF8-6931-AD83-94B810B56EB7}"/>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a:t>
            </a:r>
            <a:r>
              <a:rPr lang="en-US" sz="2800" dirty="0" err="1">
                <a:solidFill>
                  <a:schemeClr val="bg1"/>
                </a:solidFill>
              </a:rPr>
              <a:t>DExxx</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3C218791-7C31-AD71-6C25-E540264ED99D}"/>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9AD30723-C2EE-6851-472A-48AD8EAA2CDA}"/>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453D1188-06DE-E4C2-D30A-8C38BDF16248}"/>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8DDD7A51-D42C-B6BB-F7E0-77CE7B6A64B0}"/>
              </a:ext>
            </a:extLst>
          </p:cNvPr>
          <p:cNvPicPr>
            <a:picLocks noChangeAspect="1"/>
          </p:cNvPicPr>
          <p:nvPr/>
        </p:nvPicPr>
        <p:blipFill>
          <a:blip r:embed="rId5"/>
          <a:stretch>
            <a:fillRect/>
          </a:stretch>
        </p:blipFill>
        <p:spPr>
          <a:xfrm>
            <a:off x="306150" y="2444750"/>
            <a:ext cx="11579700" cy="2525360"/>
          </a:xfrm>
          <a:prstGeom prst="rect">
            <a:avLst/>
          </a:prstGeom>
        </p:spPr>
      </p:pic>
      <p:sp>
        <p:nvSpPr>
          <p:cNvPr id="10" name="TextBox 9">
            <a:extLst>
              <a:ext uri="{FF2B5EF4-FFF2-40B4-BE49-F238E27FC236}">
                <a16:creationId xmlns:a16="http://schemas.microsoft.com/office/drawing/2014/main" id="{3D1499D9-53B2-FB72-F803-A739ED892A2D}"/>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51794482-A994-09F5-749B-0DDFAD7459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756850D4-1146-889E-D2C0-7090E2FACB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521755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15A8D50B-5600-9D4E-2007-B1C2CFEF9E8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1B28D81-526E-2386-FFBD-67242BAF4DE4}"/>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B46B73E-A403-FFF4-A89B-0EFE721B0EB6}"/>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6247B04D-A420-FA4D-13C2-C2F6BD2719B6}"/>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E081101 &amp; E081102</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CE8AE873-FD01-C20B-3111-5A0AF4BE2236}"/>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93514957-15F1-ECD6-28A9-31C7CBA24F85}"/>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F694E160-6658-6279-28D8-046F4DDAE930}"/>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B562C9A8-BE93-61E4-0B48-57ADAEC515C3}"/>
              </a:ext>
            </a:extLst>
          </p:cNvPr>
          <p:cNvPicPr>
            <a:picLocks noChangeAspect="1"/>
          </p:cNvPicPr>
          <p:nvPr/>
        </p:nvPicPr>
        <p:blipFill>
          <a:blip r:embed="rId5"/>
          <a:stretch>
            <a:fillRect/>
          </a:stretch>
        </p:blipFill>
        <p:spPr>
          <a:xfrm>
            <a:off x="510552" y="2251584"/>
            <a:ext cx="11170896" cy="3385120"/>
          </a:xfrm>
          <a:prstGeom prst="rect">
            <a:avLst/>
          </a:prstGeom>
        </p:spPr>
      </p:pic>
      <p:sp>
        <p:nvSpPr>
          <p:cNvPr id="8" name="TextBox 7">
            <a:extLst>
              <a:ext uri="{FF2B5EF4-FFF2-40B4-BE49-F238E27FC236}">
                <a16:creationId xmlns:a16="http://schemas.microsoft.com/office/drawing/2014/main" id="{CAB2E10A-726A-38BF-C5E6-7EFEF6D87F6A}"/>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1E13D8EE-6862-137D-865B-3B9EA70021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51EEE238-F6E6-C835-90DF-A36FFD94A8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4173543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2BF92459-782A-6093-A1FD-12E03413754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FE91495-5C98-EBB8-9685-3CC898439AE0}"/>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77F9E56-4939-D653-FB1E-322513595605}"/>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EEB48457-1267-EE7F-FC15-3B2AD205B07C}"/>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E081107 &amp; E081109</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602C78E8-FC8F-732B-5AE7-255D32E647A3}"/>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653371A3-4DDE-C863-44AF-80979913D5D7}"/>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D11085BC-46C0-77C6-74F4-00BCC8A94AD8}"/>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56473515-991C-F18A-4446-8B07FE2062C8}"/>
              </a:ext>
            </a:extLst>
          </p:cNvPr>
          <p:cNvPicPr>
            <a:picLocks noChangeAspect="1"/>
          </p:cNvPicPr>
          <p:nvPr/>
        </p:nvPicPr>
        <p:blipFill>
          <a:blip r:embed="rId5"/>
          <a:stretch>
            <a:fillRect/>
          </a:stretch>
        </p:blipFill>
        <p:spPr>
          <a:xfrm>
            <a:off x="1052512" y="2115659"/>
            <a:ext cx="10086975" cy="4148058"/>
          </a:xfrm>
          <a:prstGeom prst="rect">
            <a:avLst/>
          </a:prstGeom>
        </p:spPr>
      </p:pic>
      <p:sp>
        <p:nvSpPr>
          <p:cNvPr id="5" name="TextBox 4">
            <a:extLst>
              <a:ext uri="{FF2B5EF4-FFF2-40B4-BE49-F238E27FC236}">
                <a16:creationId xmlns:a16="http://schemas.microsoft.com/office/drawing/2014/main" id="{661ABD09-9779-D1DE-6454-C36A374AD527}"/>
              </a:ext>
            </a:extLst>
          </p:cNvPr>
          <p:cNvSpPr txBox="1"/>
          <p:nvPr/>
        </p:nvSpPr>
        <p:spPr>
          <a:xfrm>
            <a:off x="3959352" y="6527476"/>
            <a:ext cx="4273296" cy="276999"/>
          </a:xfrm>
          <a:prstGeom prst="rect">
            <a:avLst/>
          </a:prstGeom>
          <a:noFill/>
        </p:spPr>
        <p:txBody>
          <a:bodyPr wrap="square" rtlCol="0">
            <a:spAutoFit/>
          </a:bodyPr>
          <a:lstStyle/>
          <a:p>
            <a:r>
              <a:rPr lang="en-US" sz="1200" dirty="0">
                <a:solidFill>
                  <a:schemeClr val="bg1"/>
                </a:solidFill>
              </a:rPr>
              <a:t>Always escalate non-COMP-FULL scenarios to Smart Support</a:t>
            </a:r>
            <a:endParaRPr lang="en-GB" sz="1200" dirty="0">
              <a:solidFill>
                <a:schemeClr val="bg1"/>
              </a:solidFill>
            </a:endParaRPr>
          </a:p>
        </p:txBody>
      </p:sp>
      <p:pic>
        <p:nvPicPr>
          <p:cNvPr id="10" name="Picture 9" descr="A logo with green text&#10;&#10;AI-generated content may be incorrect.">
            <a:extLst>
              <a:ext uri="{FF2B5EF4-FFF2-40B4-BE49-F238E27FC236}">
                <a16:creationId xmlns:a16="http://schemas.microsoft.com/office/drawing/2014/main" id="{60062BEB-5321-9CDB-7363-46D1DC5F3B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E6BD293C-CBF1-E814-A96A-D52D44A299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166157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4ED53752-E075-F4A7-526A-8DE1AA49CA5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7341518-2396-D396-9435-59E0150CF22D}"/>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F7AF612-DC7A-A8CE-74CF-00C0FEFC6006}"/>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7DD237F2-ABF0-C0FD-D2F6-83CDB237DB01}"/>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E081110</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7E409C44-3E7C-A15F-272B-ABF510AA9BDF}"/>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F464F65B-C252-FBE0-F36E-ADC0B5759366}"/>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D7255E-4D5C-C2E6-5AE8-2E6BF3F059B4}"/>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9C265761-13E9-9F84-CDE5-01FA3211E8F8}"/>
              </a:ext>
            </a:extLst>
          </p:cNvPr>
          <p:cNvPicPr>
            <a:picLocks noChangeAspect="1"/>
          </p:cNvPicPr>
          <p:nvPr/>
        </p:nvPicPr>
        <p:blipFill>
          <a:blip r:embed="rId5"/>
          <a:stretch>
            <a:fillRect/>
          </a:stretch>
        </p:blipFill>
        <p:spPr>
          <a:xfrm>
            <a:off x="716145" y="2462485"/>
            <a:ext cx="10759710" cy="2883961"/>
          </a:xfrm>
          <a:prstGeom prst="rect">
            <a:avLst/>
          </a:prstGeom>
        </p:spPr>
      </p:pic>
      <p:sp>
        <p:nvSpPr>
          <p:cNvPr id="8" name="TextBox 7">
            <a:extLst>
              <a:ext uri="{FF2B5EF4-FFF2-40B4-BE49-F238E27FC236}">
                <a16:creationId xmlns:a16="http://schemas.microsoft.com/office/drawing/2014/main" id="{9F9DCF5C-3EE4-3D99-54B3-BA67DD5B5EE2}"/>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B7D813AF-0159-7491-6350-9295A4F5EE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5F48EDDD-F239-B79B-C4A0-D31024AA5E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332875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4A60408-9EA4-F795-7C53-4931882438C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F83E82D-F131-4945-4DCF-6CC4FB05478A}"/>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D329722-77A9-DFAC-97A4-E25CADF38AD4}"/>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AA156685-02FA-1F02-3860-BA2C46487328}"/>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Unexpected state</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15145A82-8148-EFC4-47D9-6DBB62FAFACF}"/>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F48E9D25-625F-5DC8-7AEB-AD336FF69445}"/>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7783BF2C-043B-3B9B-DA31-20FBF7D6B4E3}"/>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EBDE888-E5B0-73A6-A12F-03E19ECAF63E}"/>
              </a:ext>
            </a:extLst>
          </p:cNvPr>
          <p:cNvPicPr>
            <a:picLocks noChangeAspect="1"/>
          </p:cNvPicPr>
          <p:nvPr/>
        </p:nvPicPr>
        <p:blipFill>
          <a:blip r:embed="rId5"/>
          <a:stretch>
            <a:fillRect/>
          </a:stretch>
        </p:blipFill>
        <p:spPr>
          <a:xfrm>
            <a:off x="861802" y="2155694"/>
            <a:ext cx="10468396" cy="3576900"/>
          </a:xfrm>
          <a:prstGeom prst="rect">
            <a:avLst/>
          </a:prstGeom>
        </p:spPr>
      </p:pic>
      <p:sp>
        <p:nvSpPr>
          <p:cNvPr id="10" name="TextBox 9">
            <a:extLst>
              <a:ext uri="{FF2B5EF4-FFF2-40B4-BE49-F238E27FC236}">
                <a16:creationId xmlns:a16="http://schemas.microsoft.com/office/drawing/2014/main" id="{5F3E2EC4-01C5-C00D-C62F-300911E9DE01}"/>
              </a:ext>
            </a:extLst>
          </p:cNvPr>
          <p:cNvSpPr txBox="1"/>
          <p:nvPr/>
        </p:nvSpPr>
        <p:spPr>
          <a:xfrm>
            <a:off x="1906286" y="6592887"/>
            <a:ext cx="8104834" cy="230832"/>
          </a:xfrm>
          <a:prstGeom prst="rect">
            <a:avLst/>
          </a:prstGeom>
          <a:noFill/>
        </p:spPr>
        <p:txBody>
          <a:bodyPr wrap="square" rtlCol="0">
            <a:spAutoFit/>
          </a:bodyPr>
          <a:lstStyle/>
          <a:p>
            <a:r>
              <a:rPr lang="en-US" sz="900" i="1" dirty="0">
                <a:solidFill>
                  <a:schemeClr val="bg1"/>
                </a:solidFill>
              </a:rPr>
              <a:t>We’re not aiming for 100% commissioned — just 100% policy compliance, so remember: any non-COMP-FULL scenario must be escalated to Smart Support.</a:t>
            </a:r>
            <a:endParaRPr lang="en-GB" sz="900" i="1" dirty="0">
              <a:solidFill>
                <a:schemeClr val="bg1"/>
              </a:solidFill>
            </a:endParaRPr>
          </a:p>
        </p:txBody>
      </p:sp>
      <p:pic>
        <p:nvPicPr>
          <p:cNvPr id="11" name="Picture 10" descr="A logo with green text&#10;&#10;AI-generated content may be incorrect.">
            <a:extLst>
              <a:ext uri="{FF2B5EF4-FFF2-40B4-BE49-F238E27FC236}">
                <a16:creationId xmlns:a16="http://schemas.microsoft.com/office/drawing/2014/main" id="{DF22CD01-40EC-2D0A-9C34-0770580C88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2" name="Picture 11" descr="A green logo with white text&#10;&#10;AI-generated content may be incorrect.">
            <a:extLst>
              <a:ext uri="{FF2B5EF4-FFF2-40B4-BE49-F238E27FC236}">
                <a16:creationId xmlns:a16="http://schemas.microsoft.com/office/drawing/2014/main" id="{1737D204-64E7-564F-773E-9E93448DF2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724858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B090EFC0-CD53-C4B1-D85E-FFBA87681E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6862EDC-6EE2-341C-8D63-41A537D11C3A}"/>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204BD2-A86A-E940-8D57-06C32A93EDEF}"/>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2D404447-8E2E-2DED-615D-E631C8AA3337}"/>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1A5DD143-8FED-3086-BA29-998369749D82}"/>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8BCD41EE-984C-6CBE-B405-62F36F0086C8}"/>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F32C03C8-A7A0-76A4-2D11-933FB5920234}"/>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DF7F9B8F-0077-0011-3FE8-71F4FDC15DD8}"/>
              </a:ext>
            </a:extLst>
          </p:cNvPr>
          <p:cNvPicPr>
            <a:picLocks noChangeAspect="1"/>
          </p:cNvPicPr>
          <p:nvPr/>
        </p:nvPicPr>
        <p:blipFill>
          <a:blip r:embed="rId5"/>
          <a:stretch>
            <a:fillRect/>
          </a:stretch>
        </p:blipFill>
        <p:spPr>
          <a:xfrm>
            <a:off x="1066800" y="1815669"/>
            <a:ext cx="10058400" cy="4903183"/>
          </a:xfrm>
          <a:prstGeom prst="rect">
            <a:avLst/>
          </a:prstGeom>
        </p:spPr>
      </p:pic>
      <p:pic>
        <p:nvPicPr>
          <p:cNvPr id="8" name="Picture 7" descr="A logo with green text&#10;&#10;AI-generated content may be incorrect.">
            <a:extLst>
              <a:ext uri="{FF2B5EF4-FFF2-40B4-BE49-F238E27FC236}">
                <a16:creationId xmlns:a16="http://schemas.microsoft.com/office/drawing/2014/main" id="{5F3FBDD4-45E3-0126-9DA6-DE80E245A0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1" name="Picture 10" descr="A green logo with white text&#10;&#10;AI-generated content may be incorrect.">
            <a:extLst>
              <a:ext uri="{FF2B5EF4-FFF2-40B4-BE49-F238E27FC236}">
                <a16:creationId xmlns:a16="http://schemas.microsoft.com/office/drawing/2014/main" id="{D4187C0C-462D-D732-0FC6-02B5B4981E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472124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A748B5B8-81DD-A31A-92A7-C110DDEFBD1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3A7EA76-7FC3-D4F1-6F9F-FB0588732523}"/>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98DD2B0-7716-7CBB-0766-6154A198A27B}"/>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2C08E3D2-320D-3CD5-1159-8CB833BB931B}"/>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ANR</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4D1569EC-E6AC-CC79-37E5-15F9DFF1E015}"/>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18C946BE-94A6-331E-EDE8-C38172B1206A}"/>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D5DBC2FD-4735-797E-BCD9-288E3AC44B48}"/>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FFB0B29F-90BA-BA3C-FC50-1CCE0A227F6E}"/>
              </a:ext>
            </a:extLst>
          </p:cNvPr>
          <p:cNvPicPr>
            <a:picLocks noChangeAspect="1"/>
          </p:cNvPicPr>
          <p:nvPr/>
        </p:nvPicPr>
        <p:blipFill>
          <a:blip r:embed="rId5"/>
          <a:stretch>
            <a:fillRect/>
          </a:stretch>
        </p:blipFill>
        <p:spPr>
          <a:xfrm>
            <a:off x="1088379" y="1999986"/>
            <a:ext cx="10015242" cy="4718866"/>
          </a:xfrm>
          <a:prstGeom prst="rect">
            <a:avLst/>
          </a:prstGeom>
        </p:spPr>
      </p:pic>
      <p:pic>
        <p:nvPicPr>
          <p:cNvPr id="5" name="Picture 4" descr="A logo with green text&#10;&#10;AI-generated content may be incorrect.">
            <a:extLst>
              <a:ext uri="{FF2B5EF4-FFF2-40B4-BE49-F238E27FC236}">
                <a16:creationId xmlns:a16="http://schemas.microsoft.com/office/drawing/2014/main" id="{38E16DF5-3FAF-849F-5C62-3823B4E693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10" name="Picture 9" descr="A green logo with white text&#10;&#10;AI-generated content may be incorrect.">
            <a:extLst>
              <a:ext uri="{FF2B5EF4-FFF2-40B4-BE49-F238E27FC236}">
                <a16:creationId xmlns:a16="http://schemas.microsoft.com/office/drawing/2014/main" id="{980F61A4-BEEA-F92D-A9DD-767A346F05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1028772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a:extLst>
            <a:ext uri="{FF2B5EF4-FFF2-40B4-BE49-F238E27FC236}">
              <a16:creationId xmlns:a16="http://schemas.microsoft.com/office/drawing/2014/main" id="{6FE7B5DE-56BB-0F05-3FB6-53FCABDBD96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19F2588-2AA6-0F3C-84F3-696F95321417}"/>
              </a:ext>
            </a:extLst>
          </p:cNvPr>
          <p:cNvPicPr>
            <a:picLocks noChangeAspect="1"/>
          </p:cNvPicPr>
          <p:nvPr/>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22E84D-AF31-3477-4656-6BCD4146B42E}"/>
              </a:ext>
            </a:extLst>
          </p:cNvPr>
          <p:cNvSpPr>
            <a:spLocks noGrp="1"/>
          </p:cNvSpPr>
          <p:nvPr>
            <p:ph type="ctrTitle"/>
          </p:nvPr>
        </p:nvSpPr>
        <p:spPr>
          <a:xfrm>
            <a:off x="1021104" y="1030288"/>
            <a:ext cx="1770364" cy="630237"/>
          </a:xfrm>
        </p:spPr>
        <p:txBody>
          <a:bodyPr>
            <a:normAutofit fontScale="90000"/>
          </a:bodyPr>
          <a:lstStyle/>
          <a:p>
            <a:r>
              <a:rPr lang="en-GB" sz="1800" dirty="0">
                <a:solidFill>
                  <a:srgbClr val="41BF3D"/>
                </a:solidFill>
              </a:rPr>
              <a:t>Smart installation policy</a:t>
            </a:r>
          </a:p>
        </p:txBody>
      </p:sp>
      <p:sp>
        <p:nvSpPr>
          <p:cNvPr id="3" name="Subtitle 2">
            <a:extLst>
              <a:ext uri="{FF2B5EF4-FFF2-40B4-BE49-F238E27FC236}">
                <a16:creationId xmlns:a16="http://schemas.microsoft.com/office/drawing/2014/main" id="{58E140E8-7F57-886A-E0F6-1FD3AED5BFE4}"/>
              </a:ext>
            </a:extLst>
          </p:cNvPr>
          <p:cNvSpPr>
            <a:spLocks noGrp="1"/>
          </p:cNvSpPr>
          <p:nvPr>
            <p:ph type="subTitle" idx="1"/>
          </p:nvPr>
        </p:nvSpPr>
        <p:spPr>
          <a:xfrm>
            <a:off x="623316" y="1388969"/>
            <a:ext cx="10945368" cy="5329883"/>
          </a:xfrm>
        </p:spPr>
        <p:txBody>
          <a:bodyPr>
            <a:normAutofit/>
          </a:bodyPr>
          <a:lstStyle/>
          <a:p>
            <a:r>
              <a:rPr lang="en-US" sz="2800" dirty="0">
                <a:solidFill>
                  <a:schemeClr val="bg1"/>
                </a:solidFill>
              </a:rPr>
              <a:t>Error handling HHT Validation</a:t>
            </a:r>
            <a:br>
              <a:rPr lang="en-US" sz="3600" dirty="0">
                <a:solidFill>
                  <a:schemeClr val="bg1"/>
                </a:solidFill>
              </a:rPr>
            </a:br>
            <a:br>
              <a:rPr lang="en-US" sz="4400" dirty="0">
                <a:solidFill>
                  <a:schemeClr val="bg1"/>
                </a:solidFill>
              </a:rPr>
            </a:br>
            <a:endParaRPr lang="en-US" sz="3600" dirty="0">
              <a:solidFill>
                <a:schemeClr val="bg1"/>
              </a:solidFill>
            </a:endParaRPr>
          </a:p>
        </p:txBody>
      </p:sp>
      <p:pic>
        <p:nvPicPr>
          <p:cNvPr id="4" name="Picture 3">
            <a:extLst>
              <a:ext uri="{FF2B5EF4-FFF2-40B4-BE49-F238E27FC236}">
                <a16:creationId xmlns:a16="http://schemas.microsoft.com/office/drawing/2014/main" id="{9B21EAA1-86EA-E232-EF77-B87F26927912}"/>
              </a:ext>
            </a:extLst>
          </p:cNvPr>
          <p:cNvPicPr>
            <a:picLocks noChangeAspect="1"/>
          </p:cNvPicPr>
          <p:nvPr/>
        </p:nvPicPr>
        <p:blipFill>
          <a:blip r:embed="rId4"/>
          <a:stretch>
            <a:fillRect/>
          </a:stretch>
        </p:blipFill>
        <p:spPr>
          <a:xfrm>
            <a:off x="273916" y="265113"/>
            <a:ext cx="3264740" cy="765175"/>
          </a:xfrm>
          <a:prstGeom prst="rect">
            <a:avLst/>
          </a:prstGeom>
        </p:spPr>
      </p:pic>
      <p:sp>
        <p:nvSpPr>
          <p:cNvPr id="13" name="Rectangle 3">
            <a:extLst>
              <a:ext uri="{FF2B5EF4-FFF2-40B4-BE49-F238E27FC236}">
                <a16:creationId xmlns:a16="http://schemas.microsoft.com/office/drawing/2014/main" id="{B8F94567-7B5D-0034-78E0-91D981D479CE}"/>
              </a:ext>
            </a:extLst>
          </p:cNvPr>
          <p:cNvSpPr>
            <a:spLocks noChangeArrowheads="1"/>
          </p:cNvSpPr>
          <p:nvPr/>
        </p:nvSpPr>
        <p:spPr bwMode="auto">
          <a:xfrm>
            <a:off x="4351338" y="2806070"/>
            <a:ext cx="184424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2C61904-AC79-D1AC-E97B-4EE3DED38124}"/>
              </a:ext>
            </a:extLst>
          </p:cNvPr>
          <p:cNvSpPr>
            <a:spLocks noChangeArrowheads="1"/>
          </p:cNvSpPr>
          <p:nvPr/>
        </p:nvSpPr>
        <p:spPr bwMode="auto">
          <a:xfrm>
            <a:off x="3402013" y="3198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100" b="0" i="0" u="none" strike="noStrike" cap="none" normalizeH="0" baseline="0">
                <a:ln>
                  <a:noFill/>
                </a:ln>
                <a:solidFill>
                  <a:srgbClr val="5F6971"/>
                </a:solidFill>
                <a:effectLst/>
                <a:latin typeface="Arial" panose="020B0604020202020204" pitchFamily="34" charset="0"/>
                <a:ea typeface="Calibri" panose="020F0502020204030204" pitchFamily="34" charset="0"/>
              </a:rPr>
              <a:t> </a:t>
            </a:r>
            <a:endParaRPr kumimoji="0" lang="en-GB" altLang="en-US"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a:ln>
                  <a:noFill/>
                </a:ln>
                <a:solidFill>
                  <a:srgbClr val="000000"/>
                </a:solidFill>
                <a:effectLst/>
                <a:latin typeface="Arial" panose="020B0604020202020204" pitchFamily="34" charset="0"/>
                <a:ea typeface="Calibri" panose="020F0502020204030204" pitchFamily="34" charset="0"/>
              </a:rPr>
              <a:t> </a:t>
            </a:r>
            <a:endParaRPr kumimoji="0" lang="en-GB" altLang="en-US" sz="1800" b="0" i="0" u="none" strike="noStrike" cap="none" normalizeH="0" baseline="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175343CF-AD24-C501-35BB-30D2F229C552}"/>
              </a:ext>
            </a:extLst>
          </p:cNvPr>
          <p:cNvPicPr>
            <a:picLocks noChangeAspect="1"/>
          </p:cNvPicPr>
          <p:nvPr/>
        </p:nvPicPr>
        <p:blipFill>
          <a:blip r:embed="rId5"/>
          <a:stretch>
            <a:fillRect/>
          </a:stretch>
        </p:blipFill>
        <p:spPr>
          <a:xfrm>
            <a:off x="1343392" y="1925638"/>
            <a:ext cx="9505215" cy="4723716"/>
          </a:xfrm>
          <a:prstGeom prst="rect">
            <a:avLst/>
          </a:prstGeom>
        </p:spPr>
      </p:pic>
      <p:pic>
        <p:nvPicPr>
          <p:cNvPr id="5" name="Picture 4" descr="A logo with green text&#10;&#10;AI-generated content may be incorrect.">
            <a:extLst>
              <a:ext uri="{FF2B5EF4-FFF2-40B4-BE49-F238E27FC236}">
                <a16:creationId xmlns:a16="http://schemas.microsoft.com/office/drawing/2014/main" id="{221AB6AB-3A94-AE0D-5B6D-37F44C8EC7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6672" y="-448486"/>
            <a:ext cx="3538656" cy="2192371"/>
          </a:xfrm>
          <a:prstGeom prst="rect">
            <a:avLst/>
          </a:prstGeom>
        </p:spPr>
      </p:pic>
      <p:pic>
        <p:nvPicPr>
          <p:cNvPr id="8" name="Picture 7" descr="A green logo with white text&#10;&#10;AI-generated content may be incorrect.">
            <a:extLst>
              <a:ext uri="{FF2B5EF4-FFF2-40B4-BE49-F238E27FC236}">
                <a16:creationId xmlns:a16="http://schemas.microsoft.com/office/drawing/2014/main" id="{BBD802B0-6265-084C-0FE7-8DAAA10A1FD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96226" y="-8715"/>
            <a:ext cx="3264740" cy="1752600"/>
          </a:xfrm>
          <a:prstGeom prst="rect">
            <a:avLst/>
          </a:prstGeom>
        </p:spPr>
      </p:pic>
    </p:spTree>
    <p:extLst>
      <p:ext uri="{BB962C8B-B14F-4D97-AF65-F5344CB8AC3E}">
        <p14:creationId xmlns:p14="http://schemas.microsoft.com/office/powerpoint/2010/main" val="2264873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25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efaa434-2535-40f5-bdba-d47f85c35ba0}" enabled="1" method="Standard" siteId="{083fa511-0d57-41d7-a890-4a8a4f967b76}" removed="0"/>
</clbl:labelList>
</file>

<file path=docProps/app.xml><?xml version="1.0" encoding="utf-8"?>
<Properties xmlns="http://schemas.openxmlformats.org/officeDocument/2006/extended-properties" xmlns:vt="http://schemas.openxmlformats.org/officeDocument/2006/docPropsVTypes">
  <TotalTime>319</TotalTime>
  <Words>2921</Words>
  <Application>Microsoft Office PowerPoint</Application>
  <PresentationFormat>Widescreen</PresentationFormat>
  <Paragraphs>399</Paragraphs>
  <Slides>29</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lpstr>Smart installation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 Hardy</dc:creator>
  <cp:lastModifiedBy>Bryan Hardy</cp:lastModifiedBy>
  <cp:revision>10</cp:revision>
  <dcterms:created xsi:type="dcterms:W3CDTF">2025-07-15T07:48:36Z</dcterms:created>
  <dcterms:modified xsi:type="dcterms:W3CDTF">2025-12-02T07:54:58Z</dcterms:modified>
</cp:coreProperties>
</file>