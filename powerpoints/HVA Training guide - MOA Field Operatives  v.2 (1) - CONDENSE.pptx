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66" r:id="rId5"/>
    <p:sldId id="26179" r:id="rId6"/>
    <p:sldId id="26182" r:id="rId7"/>
    <p:sldId id="26183" r:id="rId8"/>
    <p:sldId id="376" r:id="rId9"/>
    <p:sldId id="377" r:id="rId10"/>
    <p:sldId id="378" r:id="rId11"/>
    <p:sldId id="26185" r:id="rId12"/>
    <p:sldId id="26192" r:id="rId13"/>
    <p:sldId id="26193" r:id="rId14"/>
    <p:sldId id="26187" r:id="rId15"/>
    <p:sldId id="26191" r:id="rId16"/>
    <p:sldId id="387"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86"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eague, John" initials="HJ" lastIdx="1" clrIdx="0">
    <p:extLst>
      <p:ext uri="{19B8F6BF-5375-455C-9EA6-DF929625EA0E}">
        <p15:presenceInfo xmlns:p15="http://schemas.microsoft.com/office/powerpoint/2012/main" userId="S::John.Heague@scottishpower.com::b16bf12e-1ca6-4acc-8748-39bb7791e1a0" providerId="AD"/>
      </p:ext>
    </p:extLst>
  </p:cmAuthor>
  <p:cmAuthor id="2" name="FIONA" initials="F" lastIdx="1" clrIdx="1">
    <p:extLst>
      <p:ext uri="{19B8F6BF-5375-455C-9EA6-DF929625EA0E}">
        <p15:presenceInfo xmlns:p15="http://schemas.microsoft.com/office/powerpoint/2012/main" userId="S::Fiona.Robbie@ScottishPower.com::7a9a97b2-cc76-419b-a75e-04d919b5fc08" providerId="AD"/>
      </p:ext>
    </p:extLst>
  </p:cmAuthor>
  <p:cmAuthor id="3" name="Morrison, Mark" initials="MM" lastIdx="1" clrIdx="2">
    <p:extLst>
      <p:ext uri="{19B8F6BF-5375-455C-9EA6-DF929625EA0E}">
        <p15:presenceInfo xmlns:p15="http://schemas.microsoft.com/office/powerpoint/2012/main" userId="S::Mark.Morrison@scottishpower.com::fd57138c-2263-4e27-b385-02b358a5db8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132" autoAdjust="0"/>
    <p:restoredTop sz="94660"/>
  </p:normalViewPr>
  <p:slideViewPr>
    <p:cSldViewPr snapToGrid="0" showGuides="1">
      <p:cViewPr varScale="1">
        <p:scale>
          <a:sx n="115" d="100"/>
          <a:sy n="115" d="100"/>
        </p:scale>
        <p:origin x="306" y="108"/>
      </p:cViewPr>
      <p:guideLst>
        <p:guide orient="horz" pos="686"/>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yan Hardy" userId="bd642fe9-3e7d-4b63-a6ec-b420d77e9a26" providerId="ADAL" clId="{C056F639-2239-4E65-B2EA-3FE949175A37}"/>
    <pc:docChg chg="undo custSel delSld modSld">
      <pc:chgData name="Bryan Hardy" userId="bd642fe9-3e7d-4b63-a6ec-b420d77e9a26" providerId="ADAL" clId="{C056F639-2239-4E65-B2EA-3FE949175A37}" dt="2023-11-20T08:56:37.005" v="42" actId="20577"/>
      <pc:docMkLst>
        <pc:docMk/>
      </pc:docMkLst>
      <pc:sldChg chg="del">
        <pc:chgData name="Bryan Hardy" userId="bd642fe9-3e7d-4b63-a6ec-b420d77e9a26" providerId="ADAL" clId="{C056F639-2239-4E65-B2EA-3FE949175A37}" dt="2023-10-18T13:08:16.430" v="0" actId="47"/>
        <pc:sldMkLst>
          <pc:docMk/>
          <pc:sldMk cId="1967744603" sldId="386"/>
        </pc:sldMkLst>
      </pc:sldChg>
      <pc:sldChg chg="modSp mod">
        <pc:chgData name="Bryan Hardy" userId="bd642fe9-3e7d-4b63-a6ec-b420d77e9a26" providerId="ADAL" clId="{C056F639-2239-4E65-B2EA-3FE949175A37}" dt="2023-11-20T08:56:37.005" v="42" actId="20577"/>
        <pc:sldMkLst>
          <pc:docMk/>
          <pc:sldMk cId="1131374656" sldId="26179"/>
        </pc:sldMkLst>
        <pc:spChg chg="mod">
          <ac:chgData name="Bryan Hardy" userId="bd642fe9-3e7d-4b63-a6ec-b420d77e9a26" providerId="ADAL" clId="{C056F639-2239-4E65-B2EA-3FE949175A37}" dt="2023-11-20T08:56:37.005" v="42" actId="20577"/>
          <ac:spMkLst>
            <pc:docMk/>
            <pc:sldMk cId="1131374656" sldId="26179"/>
            <ac:spMk id="2" creationId="{7D4026AF-F6E4-6DB1-98DF-5FEB11B15B18}"/>
          </ac:spMkLst>
        </pc:spChg>
      </pc:sldChg>
      <pc:sldChg chg="del">
        <pc:chgData name="Bryan Hardy" userId="bd642fe9-3e7d-4b63-a6ec-b420d77e9a26" providerId="ADAL" clId="{C056F639-2239-4E65-B2EA-3FE949175A37}" dt="2023-10-18T13:08:56.968" v="2" actId="47"/>
        <pc:sldMkLst>
          <pc:docMk/>
          <pc:sldMk cId="1283254060" sldId="26180"/>
        </pc:sldMkLst>
      </pc:sldChg>
      <pc:sldChg chg="del">
        <pc:chgData name="Bryan Hardy" userId="bd642fe9-3e7d-4b63-a6ec-b420d77e9a26" providerId="ADAL" clId="{C056F639-2239-4E65-B2EA-3FE949175A37}" dt="2023-10-18T14:46:20.080" v="3" actId="47"/>
        <pc:sldMkLst>
          <pc:docMk/>
          <pc:sldMk cId="1192772143" sldId="26184"/>
        </pc:sldMkLst>
      </pc:sldChg>
      <pc:sldChg chg="del">
        <pc:chgData name="Bryan Hardy" userId="bd642fe9-3e7d-4b63-a6ec-b420d77e9a26" providerId="ADAL" clId="{C056F639-2239-4E65-B2EA-3FE949175A37}" dt="2023-10-18T13:08:38.390" v="1" actId="47"/>
        <pc:sldMkLst>
          <pc:docMk/>
          <pc:sldMk cId="3562241174" sldId="26189"/>
        </pc:sldMkLst>
      </pc:sldChg>
      <pc:sldChg chg="del">
        <pc:chgData name="Bryan Hardy" userId="bd642fe9-3e7d-4b63-a6ec-b420d77e9a26" providerId="ADAL" clId="{C056F639-2239-4E65-B2EA-3FE949175A37}" dt="2023-10-18T13:08:16.430" v="0" actId="47"/>
        <pc:sldMkLst>
          <pc:docMk/>
          <pc:sldMk cId="2269940228" sldId="26190"/>
        </pc:sldMkLst>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1" name="Text Placeholder 4">
            <a:extLst>
              <a:ext uri="{FF2B5EF4-FFF2-40B4-BE49-F238E27FC236}">
                <a16:creationId xmlns:a16="http://schemas.microsoft.com/office/drawing/2014/main" id="{B2E13F22-F438-447B-9E31-113A05DDB14B}"/>
              </a:ext>
            </a:extLst>
          </p:cNvPr>
          <p:cNvSpPr>
            <a:spLocks noGrp="1"/>
          </p:cNvSpPr>
          <p:nvPr>
            <p:ph type="body" sz="quarter" idx="17"/>
          </p:nvPr>
        </p:nvSpPr>
        <p:spPr>
          <a:xfrm>
            <a:off x="634800" y="2276475"/>
            <a:ext cx="10922400" cy="0"/>
          </a:xfrm>
          <a:prstGeom prst="rect">
            <a:avLst/>
          </a:prstGeom>
          <a:solidFill>
            <a:schemeClr val="tx2"/>
          </a:solidFill>
          <a:ln w="6350">
            <a:solidFill>
              <a:schemeClr val="tx2"/>
            </a:solidFill>
          </a:ln>
        </p:spPr>
        <p:txBody>
          <a:bodyPr/>
          <a:lstStyle>
            <a:lvl1pPr>
              <a:defRPr sz="100">
                <a:solidFill>
                  <a:schemeClr val="bg1">
                    <a:alpha val="0"/>
                  </a:schemeClr>
                </a:solidFill>
              </a:defRPr>
            </a:lvl1pPr>
          </a:lstStyle>
          <a:p>
            <a:pPr lvl="0"/>
            <a:endParaRPr lang="en-GB" noProof="0"/>
          </a:p>
        </p:txBody>
      </p:sp>
      <p:sp>
        <p:nvSpPr>
          <p:cNvPr id="24" name="Text Placeholder 14">
            <a:extLst>
              <a:ext uri="{FF2B5EF4-FFF2-40B4-BE49-F238E27FC236}">
                <a16:creationId xmlns:a16="http://schemas.microsoft.com/office/drawing/2014/main" id="{CF761323-5A40-40BD-B2BA-F1C62F7A8127}"/>
              </a:ext>
            </a:extLst>
          </p:cNvPr>
          <p:cNvSpPr>
            <a:spLocks noGrp="1"/>
          </p:cNvSpPr>
          <p:nvPr>
            <p:ph type="body" sz="quarter" idx="12" hasCustomPrompt="1"/>
          </p:nvPr>
        </p:nvSpPr>
        <p:spPr>
          <a:xfrm>
            <a:off x="5154876" y="2454407"/>
            <a:ext cx="6402323" cy="974594"/>
          </a:xfrm>
          <a:prstGeom prst="rect">
            <a:avLst/>
          </a:prstGeom>
        </p:spPr>
        <p:txBody>
          <a:bodyPr anchor="t"/>
          <a:lstStyle>
            <a:lvl1pPr marL="0" indent="0">
              <a:lnSpc>
                <a:spcPct val="100000"/>
              </a:lnSpc>
              <a:spcBef>
                <a:spcPts val="0"/>
              </a:spcBef>
              <a:buNone/>
              <a:defRPr sz="4000">
                <a:solidFill>
                  <a:schemeClr val="tx2"/>
                </a:solidFill>
                <a:latin typeface="Lato Black" panose="020F0A0202020403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GB" noProof="0"/>
              <a:t>Title of cover page</a:t>
            </a:r>
          </a:p>
        </p:txBody>
      </p:sp>
      <p:sp>
        <p:nvSpPr>
          <p:cNvPr id="25" name="Text Placeholder 14">
            <a:extLst>
              <a:ext uri="{FF2B5EF4-FFF2-40B4-BE49-F238E27FC236}">
                <a16:creationId xmlns:a16="http://schemas.microsoft.com/office/drawing/2014/main" id="{5C9394B0-F116-4663-AED6-8458CF2E1C07}"/>
              </a:ext>
            </a:extLst>
          </p:cNvPr>
          <p:cNvSpPr>
            <a:spLocks noGrp="1"/>
          </p:cNvSpPr>
          <p:nvPr>
            <p:ph type="body" sz="quarter" idx="15" hasCustomPrompt="1"/>
          </p:nvPr>
        </p:nvSpPr>
        <p:spPr>
          <a:xfrm>
            <a:off x="5154876" y="1672328"/>
            <a:ext cx="6235848" cy="338551"/>
          </a:xfrm>
          <a:prstGeom prst="rect">
            <a:avLst/>
          </a:prstGeom>
        </p:spPr>
        <p:txBody>
          <a:bodyPr anchor="t"/>
          <a:lstStyle>
            <a:lvl1pPr marL="0" indent="0">
              <a:spcBef>
                <a:spcPts val="0"/>
              </a:spcBef>
              <a:buNone/>
              <a:defRPr sz="2400" i="1">
                <a:solidFill>
                  <a:schemeClr val="accent6"/>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noProof="0"/>
              <a:t>Business division</a:t>
            </a:r>
          </a:p>
        </p:txBody>
      </p:sp>
      <p:sp>
        <p:nvSpPr>
          <p:cNvPr id="26" name="Text Placeholder 14">
            <a:extLst>
              <a:ext uri="{FF2B5EF4-FFF2-40B4-BE49-F238E27FC236}">
                <a16:creationId xmlns:a16="http://schemas.microsoft.com/office/drawing/2014/main" id="{D93F88CC-E590-4A85-8CE7-7F8560D90F5F}"/>
              </a:ext>
            </a:extLst>
          </p:cNvPr>
          <p:cNvSpPr>
            <a:spLocks noGrp="1"/>
          </p:cNvSpPr>
          <p:nvPr>
            <p:ph type="body" sz="quarter" idx="14" hasCustomPrompt="1"/>
          </p:nvPr>
        </p:nvSpPr>
        <p:spPr>
          <a:xfrm>
            <a:off x="5154877" y="3507403"/>
            <a:ext cx="6235848" cy="472992"/>
          </a:xfrm>
          <a:prstGeom prst="rect">
            <a:avLst/>
          </a:prstGeom>
        </p:spPr>
        <p:txBody>
          <a:bodyPr anchor="t"/>
          <a:lstStyle>
            <a:lvl1pPr marL="0" indent="0">
              <a:spcBef>
                <a:spcPts val="0"/>
              </a:spcBef>
              <a:buNone/>
              <a:defRPr sz="2800" i="1">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noProof="0"/>
              <a:t>Subheading of cover page</a:t>
            </a:r>
          </a:p>
        </p:txBody>
      </p:sp>
      <p:sp>
        <p:nvSpPr>
          <p:cNvPr id="27" name="Text Placeholder 14">
            <a:extLst>
              <a:ext uri="{FF2B5EF4-FFF2-40B4-BE49-F238E27FC236}">
                <a16:creationId xmlns:a16="http://schemas.microsoft.com/office/drawing/2014/main" id="{07A44A41-CE13-414F-A254-F2690F30E104}"/>
              </a:ext>
            </a:extLst>
          </p:cNvPr>
          <p:cNvSpPr>
            <a:spLocks noGrp="1"/>
          </p:cNvSpPr>
          <p:nvPr>
            <p:ph type="body" sz="quarter" idx="16" hasCustomPrompt="1"/>
          </p:nvPr>
        </p:nvSpPr>
        <p:spPr>
          <a:xfrm>
            <a:off x="5154877" y="5914309"/>
            <a:ext cx="2147444" cy="338551"/>
          </a:xfrm>
          <a:prstGeom prst="rect">
            <a:avLst/>
          </a:prstGeom>
        </p:spPr>
        <p:txBody>
          <a:bodyPr anchor="t"/>
          <a:lstStyle>
            <a:lvl1pPr marL="0" indent="0">
              <a:spcBef>
                <a:spcPts val="0"/>
              </a:spcBef>
              <a:buNone/>
              <a:defRPr sz="1600" i="0">
                <a:solidFill>
                  <a:schemeClr val="tx1">
                    <a:lumMod val="65000"/>
                    <a:lumOff val="3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noProof="0"/>
              <a:t>Date of presentation</a:t>
            </a:r>
          </a:p>
        </p:txBody>
      </p:sp>
      <p:sp>
        <p:nvSpPr>
          <p:cNvPr id="10" name="Rectangle 9">
            <a:extLst>
              <a:ext uri="{FF2B5EF4-FFF2-40B4-BE49-F238E27FC236}">
                <a16:creationId xmlns:a16="http://schemas.microsoft.com/office/drawing/2014/main" id="{27B74A17-7A45-404C-BCD5-DB3D201A1C4D}"/>
              </a:ext>
            </a:extLst>
          </p:cNvPr>
          <p:cNvSpPr/>
          <p:nvPr userDrawn="1"/>
        </p:nvSpPr>
        <p:spPr>
          <a:xfrm>
            <a:off x="9179169" y="0"/>
            <a:ext cx="3012831" cy="14067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E9959B6-2A50-4BF3-BBCB-3A5EBC420228}"/>
              </a:ext>
            </a:extLst>
          </p:cNvPr>
          <p:cNvSpPr/>
          <p:nvPr userDrawn="1"/>
        </p:nvSpPr>
        <p:spPr>
          <a:xfrm>
            <a:off x="0" y="6332660"/>
            <a:ext cx="1126901" cy="5253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Graphic 12">
            <a:extLst>
              <a:ext uri="{FF2B5EF4-FFF2-40B4-BE49-F238E27FC236}">
                <a16:creationId xmlns:a16="http://schemas.microsoft.com/office/drawing/2014/main" id="{84DBA0A4-0A98-449F-AF00-AA229D77AF0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28305" y="1564873"/>
            <a:ext cx="3181057" cy="525600"/>
          </a:xfrm>
          <a:prstGeom prst="rect">
            <a:avLst/>
          </a:prstGeom>
        </p:spPr>
      </p:pic>
      <p:sp>
        <p:nvSpPr>
          <p:cNvPr id="2" name="Rectángulo 1">
            <a:extLst>
              <a:ext uri="{FF2B5EF4-FFF2-40B4-BE49-F238E27FC236}">
                <a16:creationId xmlns:a16="http://schemas.microsoft.com/office/drawing/2014/main" id="{7999B576-99EF-4675-9263-1CE1B1E42CF0}"/>
              </a:ext>
            </a:extLst>
          </p:cNvPr>
          <p:cNvSpPr/>
          <p:nvPr userDrawn="1"/>
        </p:nvSpPr>
        <p:spPr>
          <a:xfrm>
            <a:off x="9748684" y="6091084"/>
            <a:ext cx="2443316" cy="7668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9741855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Executive Summary">
    <p:spTree>
      <p:nvGrpSpPr>
        <p:cNvPr id="1" name=""/>
        <p:cNvGrpSpPr/>
        <p:nvPr/>
      </p:nvGrpSpPr>
      <p:grpSpPr>
        <a:xfrm>
          <a:off x="0" y="0"/>
          <a:ext cx="0" cy="0"/>
          <a:chOff x="0" y="0"/>
          <a:chExt cx="0" cy="0"/>
        </a:xfrm>
      </p:grpSpPr>
      <p:sp>
        <p:nvSpPr>
          <p:cNvPr id="22" name="Text Placeholder 14">
            <a:extLst>
              <a:ext uri="{FF2B5EF4-FFF2-40B4-BE49-F238E27FC236}">
                <a16:creationId xmlns:a16="http://schemas.microsoft.com/office/drawing/2014/main" id="{FF45D6DA-0F5A-48FC-BA95-A5D3A3BCDB68}"/>
              </a:ext>
            </a:extLst>
          </p:cNvPr>
          <p:cNvSpPr>
            <a:spLocks noGrp="1"/>
          </p:cNvSpPr>
          <p:nvPr>
            <p:ph type="body" sz="quarter" idx="14" hasCustomPrompt="1"/>
          </p:nvPr>
        </p:nvSpPr>
        <p:spPr>
          <a:xfrm>
            <a:off x="510293" y="448265"/>
            <a:ext cx="8009018" cy="457056"/>
          </a:xfrm>
          <a:prstGeom prst="rect">
            <a:avLst/>
          </a:prstGeom>
        </p:spPr>
        <p:txBody>
          <a:bodyPr anchor="t"/>
          <a:lstStyle>
            <a:lvl1pPr marL="0" indent="0">
              <a:spcBef>
                <a:spcPts val="0"/>
              </a:spcBef>
              <a:buNone/>
              <a:defRPr sz="2800" b="1" i="0">
                <a:solidFill>
                  <a:schemeClr val="tx2"/>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GB" noProof="0"/>
              <a:t>Executive Summary</a:t>
            </a:r>
          </a:p>
        </p:txBody>
      </p:sp>
      <p:sp>
        <p:nvSpPr>
          <p:cNvPr id="24" name="Text Placeholder 14">
            <a:extLst>
              <a:ext uri="{FF2B5EF4-FFF2-40B4-BE49-F238E27FC236}">
                <a16:creationId xmlns:a16="http://schemas.microsoft.com/office/drawing/2014/main" id="{87B1279A-68A1-4FE9-8C73-8D18C1BA82CB}"/>
              </a:ext>
            </a:extLst>
          </p:cNvPr>
          <p:cNvSpPr>
            <a:spLocks noGrp="1"/>
          </p:cNvSpPr>
          <p:nvPr>
            <p:ph type="body" sz="quarter" idx="16" hasCustomPrompt="1"/>
          </p:nvPr>
        </p:nvSpPr>
        <p:spPr>
          <a:xfrm>
            <a:off x="510292" y="1704166"/>
            <a:ext cx="11057455" cy="322729"/>
          </a:xfrm>
          <a:prstGeom prst="rect">
            <a:avLst/>
          </a:prstGeom>
        </p:spPr>
        <p:txBody>
          <a:bodyPr anchor="t"/>
          <a:lstStyle>
            <a:lvl1pPr marL="0" indent="0" algn="l">
              <a:spcBef>
                <a:spcPts val="0"/>
              </a:spcBef>
              <a:buNone/>
              <a:defRPr sz="1800" i="0">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GB" noProof="0"/>
              <a:t>Lorem ipsum dolor sit amet</a:t>
            </a:r>
          </a:p>
        </p:txBody>
      </p:sp>
      <p:sp>
        <p:nvSpPr>
          <p:cNvPr id="25" name="Text Placeholder 2">
            <a:extLst>
              <a:ext uri="{FF2B5EF4-FFF2-40B4-BE49-F238E27FC236}">
                <a16:creationId xmlns:a16="http://schemas.microsoft.com/office/drawing/2014/main" id="{B41E7209-958A-497D-BA47-8C409DFEFB39}"/>
              </a:ext>
            </a:extLst>
          </p:cNvPr>
          <p:cNvSpPr>
            <a:spLocks noGrp="1"/>
          </p:cNvSpPr>
          <p:nvPr>
            <p:ph type="body" sz="quarter" idx="53" hasCustomPrompt="1"/>
          </p:nvPr>
        </p:nvSpPr>
        <p:spPr>
          <a:xfrm>
            <a:off x="786339" y="2079124"/>
            <a:ext cx="10781407" cy="1767879"/>
          </a:xfrm>
          <a:prstGeom prst="rect">
            <a:avLst/>
          </a:prstGeom>
        </p:spPr>
        <p:txBody>
          <a:bodyPr/>
          <a:lstStyle>
            <a:lvl1pPr marL="180975" indent="-180975">
              <a:lnSpc>
                <a:spcPct val="100000"/>
              </a:lnSpc>
              <a:spcBef>
                <a:spcPts val="0"/>
              </a:spcBef>
              <a:spcAft>
                <a:spcPts val="600"/>
              </a:spcAft>
              <a:buClr>
                <a:schemeClr val="accent4"/>
              </a:buClr>
              <a:defRPr sz="1200">
                <a:solidFill>
                  <a:schemeClr val="accent5"/>
                </a:solidFill>
              </a:defRPr>
            </a:lvl1pPr>
            <a:lvl2pPr marL="685800" indent="-228600">
              <a:lnSpc>
                <a:spcPct val="100000"/>
              </a:lnSpc>
              <a:buClr>
                <a:schemeClr val="accent4"/>
              </a:buClr>
              <a:buFont typeface="Lato Light" panose="020F0302020204030203" pitchFamily="34" charset="0"/>
              <a:buChar char="–"/>
              <a:defRPr sz="1200">
                <a:solidFill>
                  <a:schemeClr val="accent5"/>
                </a:solidFill>
              </a:defRPr>
            </a:lvl2pPr>
            <a:lvl3pPr marL="1143000" indent="-228600">
              <a:lnSpc>
                <a:spcPct val="100000"/>
              </a:lnSpc>
              <a:buClr>
                <a:schemeClr val="accent4"/>
              </a:buClr>
              <a:buFont typeface="Lato Light" panose="020F0302020204030203" pitchFamily="34" charset="0"/>
              <a:buChar char="–"/>
              <a:defRPr sz="1200">
                <a:solidFill>
                  <a:schemeClr val="accent5"/>
                </a:solidFill>
              </a:defRPr>
            </a:lvl3pPr>
            <a:lvl4pPr marL="1600200" indent="-228600">
              <a:lnSpc>
                <a:spcPct val="100000"/>
              </a:lnSpc>
              <a:buClr>
                <a:schemeClr val="accent4"/>
              </a:buClr>
              <a:buFont typeface="Lato Light" panose="020F0302020204030203" pitchFamily="34" charset="0"/>
              <a:buChar char="–"/>
              <a:defRPr sz="1050">
                <a:solidFill>
                  <a:schemeClr val="accent5"/>
                </a:solidFill>
              </a:defRPr>
            </a:lvl4pPr>
            <a:lvl5pPr marL="2057400" indent="-228600">
              <a:lnSpc>
                <a:spcPct val="100000"/>
              </a:lnSpc>
              <a:buClr>
                <a:schemeClr val="bg2"/>
              </a:buClr>
              <a:buFont typeface="Lato Light" panose="020F0302020204030203" pitchFamily="34" charset="0"/>
              <a:buChar char="–"/>
              <a:defRPr sz="1050">
                <a:solidFill>
                  <a:schemeClr val="accent5"/>
                </a:solidFill>
              </a:defRPr>
            </a:lvl5pPr>
          </a:lstStyle>
          <a:p>
            <a:pPr lvl="0"/>
            <a:r>
              <a:rPr lang="en-GB" noProof="0"/>
              <a:t>Lorem ipsum dolor sit amet, consectetur adipiscing elit. Sed mi purus, condimentum non mi in, scelerisque hendrerit urna. Curabitur eu rutrum tellus. Donec posuere tempor elit quis malesuada. Integer vestibulum leo ultricies mauris euismod ornare. Curabitur quis turpis eu urna faucibus porttitor. Vivamus et tellus lacinia, condimentum mauris sit amet, fermentum neque. Nullam ut consequat urna. Ut vehicula sagittis nulla in tempor. Duis sed accumsan nulla.</a:t>
            </a:r>
          </a:p>
          <a:p>
            <a:pPr lvl="0"/>
            <a:r>
              <a:rPr lang="en-GB" noProof="0"/>
              <a:t>Nullam mauris ex, pulvinar ac efficitur sit amet, imperdiet porttitor justo. Curabitur et dui vel ligula aliquam fringilla sit amet sit amet mauris. Suspendisse potenti. Nunc ornare urna quis nibh sollicitudin, ac posuere lectus finibus. Cras vitae fermentum metus. Nullam laoreet risus maximus sem semper congue.</a:t>
            </a:r>
          </a:p>
          <a:p>
            <a:pPr lvl="1"/>
            <a:r>
              <a:rPr lang="en-GB" noProof="0"/>
              <a:t>Integer aliquam faucibus dolor, ut gravida ante placerat sit amet. Integer id sagittis erat, ac bibendum nunc. Sed efficitur vitae neque at mattis. Suspendisse quis dui dolor.</a:t>
            </a:r>
          </a:p>
        </p:txBody>
      </p:sp>
      <p:sp>
        <p:nvSpPr>
          <p:cNvPr id="13" name="Text Placeholder 14">
            <a:extLst>
              <a:ext uri="{FF2B5EF4-FFF2-40B4-BE49-F238E27FC236}">
                <a16:creationId xmlns:a16="http://schemas.microsoft.com/office/drawing/2014/main" id="{2F717ADB-34D5-4E95-8FAB-751DE6FB2330}"/>
              </a:ext>
            </a:extLst>
          </p:cNvPr>
          <p:cNvSpPr>
            <a:spLocks noGrp="1"/>
          </p:cNvSpPr>
          <p:nvPr>
            <p:ph type="body" sz="quarter" idx="54" hasCustomPrompt="1"/>
          </p:nvPr>
        </p:nvSpPr>
        <p:spPr>
          <a:xfrm>
            <a:off x="510292" y="3913210"/>
            <a:ext cx="11057455" cy="322729"/>
          </a:xfrm>
          <a:prstGeom prst="rect">
            <a:avLst/>
          </a:prstGeom>
        </p:spPr>
        <p:txBody>
          <a:bodyPr anchor="t"/>
          <a:lstStyle>
            <a:lvl1pPr marL="0" indent="0" algn="l">
              <a:spcBef>
                <a:spcPts val="0"/>
              </a:spcBef>
              <a:buNone/>
              <a:defRPr sz="1800" i="0">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GB" noProof="0"/>
              <a:t>Lorem ipsum dolor sit amet</a:t>
            </a:r>
          </a:p>
        </p:txBody>
      </p:sp>
      <p:sp>
        <p:nvSpPr>
          <p:cNvPr id="14" name="Text Placeholder 2">
            <a:extLst>
              <a:ext uri="{FF2B5EF4-FFF2-40B4-BE49-F238E27FC236}">
                <a16:creationId xmlns:a16="http://schemas.microsoft.com/office/drawing/2014/main" id="{405D922D-303A-47AF-8D45-087FD3449277}"/>
              </a:ext>
            </a:extLst>
          </p:cNvPr>
          <p:cNvSpPr>
            <a:spLocks noGrp="1"/>
          </p:cNvSpPr>
          <p:nvPr>
            <p:ph type="body" sz="quarter" idx="55" hasCustomPrompt="1"/>
          </p:nvPr>
        </p:nvSpPr>
        <p:spPr>
          <a:xfrm>
            <a:off x="786339" y="4288168"/>
            <a:ext cx="10781407" cy="798993"/>
          </a:xfrm>
          <a:prstGeom prst="rect">
            <a:avLst/>
          </a:prstGeom>
        </p:spPr>
        <p:txBody>
          <a:bodyPr/>
          <a:lstStyle>
            <a:lvl1pPr marL="180975" indent="-180975">
              <a:lnSpc>
                <a:spcPct val="100000"/>
              </a:lnSpc>
              <a:spcBef>
                <a:spcPts val="0"/>
              </a:spcBef>
              <a:spcAft>
                <a:spcPts val="600"/>
              </a:spcAft>
              <a:buClr>
                <a:schemeClr val="accent4"/>
              </a:buClr>
              <a:defRPr sz="1200">
                <a:solidFill>
                  <a:schemeClr val="accent5"/>
                </a:solidFill>
              </a:defRPr>
            </a:lvl1pPr>
            <a:lvl2pPr marL="685800" indent="-228600">
              <a:lnSpc>
                <a:spcPct val="100000"/>
              </a:lnSpc>
              <a:buClr>
                <a:schemeClr val="accent4"/>
              </a:buClr>
              <a:buFont typeface="Lato Light" panose="020F0302020204030203" pitchFamily="34" charset="0"/>
              <a:buChar char="–"/>
              <a:defRPr sz="1200">
                <a:solidFill>
                  <a:schemeClr val="accent5"/>
                </a:solidFill>
              </a:defRPr>
            </a:lvl2pPr>
            <a:lvl3pPr marL="1143000" indent="-228600">
              <a:lnSpc>
                <a:spcPct val="100000"/>
              </a:lnSpc>
              <a:buClr>
                <a:schemeClr val="accent4"/>
              </a:buClr>
              <a:buFont typeface="Lato Light" panose="020F0302020204030203" pitchFamily="34" charset="0"/>
              <a:buChar char="–"/>
              <a:defRPr sz="1200">
                <a:solidFill>
                  <a:schemeClr val="accent5"/>
                </a:solidFill>
              </a:defRPr>
            </a:lvl3pPr>
            <a:lvl4pPr marL="1600200" indent="-228600">
              <a:lnSpc>
                <a:spcPct val="100000"/>
              </a:lnSpc>
              <a:buClr>
                <a:schemeClr val="accent4"/>
              </a:buClr>
              <a:buFont typeface="Lato Light" panose="020F0302020204030203" pitchFamily="34" charset="0"/>
              <a:buChar char="–"/>
              <a:defRPr sz="1050">
                <a:solidFill>
                  <a:schemeClr val="accent5"/>
                </a:solidFill>
              </a:defRPr>
            </a:lvl4pPr>
            <a:lvl5pPr marL="2057400" indent="-228600">
              <a:lnSpc>
                <a:spcPct val="100000"/>
              </a:lnSpc>
              <a:buClr>
                <a:schemeClr val="bg2"/>
              </a:buClr>
              <a:buFont typeface="Lato Light" panose="020F0302020204030203" pitchFamily="34" charset="0"/>
              <a:buChar char="–"/>
              <a:defRPr sz="1050">
                <a:solidFill>
                  <a:schemeClr val="accent5"/>
                </a:solidFill>
              </a:defRPr>
            </a:lvl5pPr>
          </a:lstStyle>
          <a:p>
            <a:pPr lvl="0"/>
            <a:r>
              <a:rPr lang="en-GB" noProof="0"/>
              <a:t>Lorem ipsum dolor sit amet, consectetur adipiscing elit. Sed mi purus, condimentum non mi in, scelerisque hendrerit urna. Curabitur eu rutrum tellus. Donec posuere tempor elit quis malesuada. Integer vestibulum leo ultricies mauris euismod ornare. Curabitur quis turpis eu urna faucibus porttitor. Vivamus et tellus lacinia, condimentum mauris sit amet, fermentum neque. Nullam ut consequat urna. Ut vehicula sagittis nulla in tempor. Duis sed accumsan nulla.</a:t>
            </a:r>
          </a:p>
        </p:txBody>
      </p:sp>
      <p:sp>
        <p:nvSpPr>
          <p:cNvPr id="15" name="Text Placeholder 14">
            <a:extLst>
              <a:ext uri="{FF2B5EF4-FFF2-40B4-BE49-F238E27FC236}">
                <a16:creationId xmlns:a16="http://schemas.microsoft.com/office/drawing/2014/main" id="{F72BF804-B20A-4E83-9C8F-3B7F0C936049}"/>
              </a:ext>
            </a:extLst>
          </p:cNvPr>
          <p:cNvSpPr>
            <a:spLocks noGrp="1"/>
          </p:cNvSpPr>
          <p:nvPr>
            <p:ph type="body" sz="quarter" idx="56" hasCustomPrompt="1"/>
          </p:nvPr>
        </p:nvSpPr>
        <p:spPr>
          <a:xfrm>
            <a:off x="510292" y="5144479"/>
            <a:ext cx="11057455" cy="322729"/>
          </a:xfrm>
          <a:prstGeom prst="rect">
            <a:avLst/>
          </a:prstGeom>
        </p:spPr>
        <p:txBody>
          <a:bodyPr anchor="t"/>
          <a:lstStyle>
            <a:lvl1pPr marL="0" indent="0" algn="l">
              <a:spcBef>
                <a:spcPts val="0"/>
              </a:spcBef>
              <a:buNone/>
              <a:defRPr sz="1800" i="0">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GB" noProof="0"/>
              <a:t>Lorem ipsum dolor sit amet</a:t>
            </a:r>
          </a:p>
        </p:txBody>
      </p:sp>
      <p:sp>
        <p:nvSpPr>
          <p:cNvPr id="16" name="Text Placeholder 2">
            <a:extLst>
              <a:ext uri="{FF2B5EF4-FFF2-40B4-BE49-F238E27FC236}">
                <a16:creationId xmlns:a16="http://schemas.microsoft.com/office/drawing/2014/main" id="{6BA33AC1-05C6-4CFB-A670-0B0F25096BCC}"/>
              </a:ext>
            </a:extLst>
          </p:cNvPr>
          <p:cNvSpPr>
            <a:spLocks noGrp="1"/>
          </p:cNvSpPr>
          <p:nvPr>
            <p:ph type="body" sz="quarter" idx="57" hasCustomPrompt="1"/>
          </p:nvPr>
        </p:nvSpPr>
        <p:spPr>
          <a:xfrm>
            <a:off x="786339" y="5519437"/>
            <a:ext cx="10781407" cy="798993"/>
          </a:xfrm>
          <a:prstGeom prst="rect">
            <a:avLst/>
          </a:prstGeom>
        </p:spPr>
        <p:txBody>
          <a:bodyPr/>
          <a:lstStyle>
            <a:lvl1pPr marL="180975" indent="-180975">
              <a:lnSpc>
                <a:spcPct val="100000"/>
              </a:lnSpc>
              <a:spcBef>
                <a:spcPts val="0"/>
              </a:spcBef>
              <a:spcAft>
                <a:spcPts val="600"/>
              </a:spcAft>
              <a:buClr>
                <a:schemeClr val="accent4"/>
              </a:buClr>
              <a:defRPr sz="1200">
                <a:solidFill>
                  <a:schemeClr val="accent5"/>
                </a:solidFill>
              </a:defRPr>
            </a:lvl1pPr>
            <a:lvl2pPr marL="685800" indent="-228600">
              <a:lnSpc>
                <a:spcPct val="100000"/>
              </a:lnSpc>
              <a:buClr>
                <a:schemeClr val="accent4"/>
              </a:buClr>
              <a:buFont typeface="Lato Light" panose="020F0302020204030203" pitchFamily="34" charset="0"/>
              <a:buChar char="–"/>
              <a:defRPr sz="1200">
                <a:solidFill>
                  <a:schemeClr val="accent5"/>
                </a:solidFill>
              </a:defRPr>
            </a:lvl2pPr>
            <a:lvl3pPr marL="1143000" indent="-228600">
              <a:lnSpc>
                <a:spcPct val="100000"/>
              </a:lnSpc>
              <a:buClr>
                <a:schemeClr val="accent4"/>
              </a:buClr>
              <a:buFont typeface="Lato Light" panose="020F0302020204030203" pitchFamily="34" charset="0"/>
              <a:buChar char="–"/>
              <a:defRPr sz="1200">
                <a:solidFill>
                  <a:schemeClr val="accent5"/>
                </a:solidFill>
              </a:defRPr>
            </a:lvl3pPr>
            <a:lvl4pPr marL="1600200" indent="-228600">
              <a:lnSpc>
                <a:spcPct val="100000"/>
              </a:lnSpc>
              <a:buClr>
                <a:schemeClr val="accent4"/>
              </a:buClr>
              <a:buFont typeface="Lato Light" panose="020F0302020204030203" pitchFamily="34" charset="0"/>
              <a:buChar char="–"/>
              <a:defRPr sz="1050">
                <a:solidFill>
                  <a:schemeClr val="accent5"/>
                </a:solidFill>
              </a:defRPr>
            </a:lvl4pPr>
            <a:lvl5pPr marL="2057400" indent="-228600">
              <a:lnSpc>
                <a:spcPct val="100000"/>
              </a:lnSpc>
              <a:buClr>
                <a:schemeClr val="bg2"/>
              </a:buClr>
              <a:buFont typeface="Lato Light" panose="020F0302020204030203" pitchFamily="34" charset="0"/>
              <a:buChar char="–"/>
              <a:defRPr sz="1050">
                <a:solidFill>
                  <a:schemeClr val="accent5"/>
                </a:solidFill>
              </a:defRPr>
            </a:lvl5pPr>
          </a:lstStyle>
          <a:p>
            <a:pPr lvl="0"/>
            <a:r>
              <a:rPr lang="en-GB" noProof="0"/>
              <a:t>Lorem ipsum dolor sit amet, consectetur adipiscing elit. Sed mi purus, condimentum non mi in, scelerisque hendrerit urna. Curabitur eu rutrum tellus. Donec posuere tempor elit quis malesuada. Integer vestibulum leo ultricies mauris euismod ornare. Curabitur quis turpis eu urna faucibus porttitor. Vivamus et tellus lacinia, condimentum mauris sit amet, fermentum neque. Nullam ut consequat urna. Ut vehicula sagittis nulla in tempor. Duis sed accumsan nulla.</a:t>
            </a:r>
          </a:p>
        </p:txBody>
      </p:sp>
      <p:sp>
        <p:nvSpPr>
          <p:cNvPr id="18" name="Text Placeholder 4">
            <a:extLst>
              <a:ext uri="{FF2B5EF4-FFF2-40B4-BE49-F238E27FC236}">
                <a16:creationId xmlns:a16="http://schemas.microsoft.com/office/drawing/2014/main" id="{702C89EC-5F89-40E7-B849-17019183127A}"/>
              </a:ext>
            </a:extLst>
          </p:cNvPr>
          <p:cNvSpPr>
            <a:spLocks noGrp="1"/>
          </p:cNvSpPr>
          <p:nvPr>
            <p:ph type="body" sz="quarter" idx="58"/>
          </p:nvPr>
        </p:nvSpPr>
        <p:spPr>
          <a:xfrm>
            <a:off x="600000" y="1080254"/>
            <a:ext cx="11592000" cy="0"/>
          </a:xfrm>
          <a:prstGeom prst="rect">
            <a:avLst/>
          </a:prstGeom>
          <a:solidFill>
            <a:schemeClr val="bg1">
              <a:lumMod val="75000"/>
            </a:schemeClr>
          </a:solidFill>
          <a:ln w="6350">
            <a:solidFill>
              <a:schemeClr val="bg1">
                <a:lumMod val="75000"/>
              </a:schemeClr>
            </a:solidFill>
          </a:ln>
        </p:spPr>
        <p:txBody>
          <a:bodyPr/>
          <a:lstStyle>
            <a:lvl1pPr>
              <a:defRPr sz="100">
                <a:solidFill>
                  <a:schemeClr val="bg1">
                    <a:alpha val="0"/>
                  </a:schemeClr>
                </a:solidFill>
              </a:defRPr>
            </a:lvl1pPr>
          </a:lstStyle>
          <a:p>
            <a:pPr lvl="0"/>
            <a:endParaRPr lang="en-GB" noProof="0"/>
          </a:p>
        </p:txBody>
      </p:sp>
      <p:sp>
        <p:nvSpPr>
          <p:cNvPr id="21" name="Text Placeholder 4">
            <a:extLst>
              <a:ext uri="{FF2B5EF4-FFF2-40B4-BE49-F238E27FC236}">
                <a16:creationId xmlns:a16="http://schemas.microsoft.com/office/drawing/2014/main" id="{3A78AFF0-BFA4-4D24-8010-8BB70266055F}"/>
              </a:ext>
            </a:extLst>
          </p:cNvPr>
          <p:cNvSpPr>
            <a:spLocks noGrp="1"/>
          </p:cNvSpPr>
          <p:nvPr>
            <p:ph type="body" sz="quarter" idx="59"/>
          </p:nvPr>
        </p:nvSpPr>
        <p:spPr>
          <a:xfrm>
            <a:off x="619172" y="1066346"/>
            <a:ext cx="756000" cy="0"/>
          </a:xfrm>
          <a:prstGeom prst="rect">
            <a:avLst/>
          </a:prstGeom>
          <a:solidFill>
            <a:schemeClr val="tx2"/>
          </a:solidFill>
          <a:ln w="34925" cap="flat">
            <a:solidFill>
              <a:schemeClr val="tx2"/>
            </a:solidFill>
            <a:miter lim="800000"/>
          </a:ln>
        </p:spPr>
        <p:txBody>
          <a:bodyPr/>
          <a:lstStyle>
            <a:lvl1pPr>
              <a:defRPr sz="100">
                <a:solidFill>
                  <a:schemeClr val="bg1">
                    <a:alpha val="0"/>
                  </a:schemeClr>
                </a:solidFill>
              </a:defRPr>
            </a:lvl1pPr>
          </a:lstStyle>
          <a:p>
            <a:pPr lvl="0"/>
            <a:endParaRPr lang="en-GB" noProof="0"/>
          </a:p>
        </p:txBody>
      </p:sp>
    </p:spTree>
    <p:extLst>
      <p:ext uri="{BB962C8B-B14F-4D97-AF65-F5344CB8AC3E}">
        <p14:creationId xmlns:p14="http://schemas.microsoft.com/office/powerpoint/2010/main" val="42920175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2" name="Text Placeholder 14">
            <a:extLst>
              <a:ext uri="{FF2B5EF4-FFF2-40B4-BE49-F238E27FC236}">
                <a16:creationId xmlns:a16="http://schemas.microsoft.com/office/drawing/2014/main" id="{FF45D6DA-0F5A-48FC-BA95-A5D3A3BCDB68}"/>
              </a:ext>
            </a:extLst>
          </p:cNvPr>
          <p:cNvSpPr>
            <a:spLocks noGrp="1"/>
          </p:cNvSpPr>
          <p:nvPr>
            <p:ph type="body" sz="quarter" idx="14" hasCustomPrompt="1"/>
          </p:nvPr>
        </p:nvSpPr>
        <p:spPr>
          <a:xfrm>
            <a:off x="510293" y="486724"/>
            <a:ext cx="8036178" cy="457056"/>
          </a:xfrm>
          <a:prstGeom prst="rect">
            <a:avLst/>
          </a:prstGeom>
        </p:spPr>
        <p:txBody>
          <a:bodyPr anchor="t"/>
          <a:lstStyle>
            <a:lvl1pPr marL="0" indent="0">
              <a:spcBef>
                <a:spcPts val="0"/>
              </a:spcBef>
              <a:buNone/>
              <a:defRPr sz="2800" b="1" i="0">
                <a:solidFill>
                  <a:schemeClr val="tx2"/>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GB" noProof="0"/>
              <a:t>Slide title </a:t>
            </a:r>
          </a:p>
        </p:txBody>
      </p:sp>
      <p:sp>
        <p:nvSpPr>
          <p:cNvPr id="8" name="Text Placeholder 4">
            <a:extLst>
              <a:ext uri="{FF2B5EF4-FFF2-40B4-BE49-F238E27FC236}">
                <a16:creationId xmlns:a16="http://schemas.microsoft.com/office/drawing/2014/main" id="{D76CBA53-1ECD-427E-B2D3-662B3CAE7E57}"/>
              </a:ext>
            </a:extLst>
          </p:cNvPr>
          <p:cNvSpPr>
            <a:spLocks noGrp="1"/>
          </p:cNvSpPr>
          <p:nvPr>
            <p:ph type="body" sz="quarter" idx="58"/>
          </p:nvPr>
        </p:nvSpPr>
        <p:spPr>
          <a:xfrm>
            <a:off x="600000" y="1089221"/>
            <a:ext cx="11592000" cy="0"/>
          </a:xfrm>
          <a:prstGeom prst="rect">
            <a:avLst/>
          </a:prstGeom>
          <a:solidFill>
            <a:schemeClr val="bg1">
              <a:lumMod val="75000"/>
            </a:schemeClr>
          </a:solidFill>
          <a:ln w="6350">
            <a:solidFill>
              <a:schemeClr val="bg1">
                <a:lumMod val="75000"/>
              </a:schemeClr>
            </a:solidFill>
          </a:ln>
        </p:spPr>
        <p:txBody>
          <a:bodyPr/>
          <a:lstStyle>
            <a:lvl1pPr>
              <a:defRPr sz="100">
                <a:solidFill>
                  <a:schemeClr val="bg1">
                    <a:alpha val="0"/>
                  </a:schemeClr>
                </a:solidFill>
              </a:defRPr>
            </a:lvl1pPr>
          </a:lstStyle>
          <a:p>
            <a:pPr lvl="0"/>
            <a:endParaRPr lang="en-GB" noProof="0"/>
          </a:p>
        </p:txBody>
      </p:sp>
      <p:sp>
        <p:nvSpPr>
          <p:cNvPr id="9" name="Text Placeholder 4">
            <a:extLst>
              <a:ext uri="{FF2B5EF4-FFF2-40B4-BE49-F238E27FC236}">
                <a16:creationId xmlns:a16="http://schemas.microsoft.com/office/drawing/2014/main" id="{06399681-AC2E-40EE-BE2D-CE3BF20DF3D6}"/>
              </a:ext>
            </a:extLst>
          </p:cNvPr>
          <p:cNvSpPr>
            <a:spLocks noGrp="1"/>
          </p:cNvSpPr>
          <p:nvPr>
            <p:ph type="body" sz="quarter" idx="59"/>
          </p:nvPr>
        </p:nvSpPr>
        <p:spPr>
          <a:xfrm>
            <a:off x="619172" y="1075313"/>
            <a:ext cx="756000" cy="0"/>
          </a:xfrm>
          <a:prstGeom prst="rect">
            <a:avLst/>
          </a:prstGeom>
          <a:solidFill>
            <a:schemeClr val="tx2"/>
          </a:solidFill>
          <a:ln w="34925" cap="flat">
            <a:solidFill>
              <a:schemeClr val="tx2"/>
            </a:solidFill>
            <a:miter lim="800000"/>
          </a:ln>
        </p:spPr>
        <p:txBody>
          <a:bodyPr/>
          <a:lstStyle>
            <a:lvl1pPr>
              <a:defRPr sz="100">
                <a:solidFill>
                  <a:schemeClr val="bg1">
                    <a:alpha val="0"/>
                  </a:schemeClr>
                </a:solidFill>
              </a:defRPr>
            </a:lvl1pPr>
          </a:lstStyle>
          <a:p>
            <a:pPr lvl="0"/>
            <a:endParaRPr lang="en-GB" noProof="0"/>
          </a:p>
        </p:txBody>
      </p:sp>
      <p:sp>
        <p:nvSpPr>
          <p:cNvPr id="12" name="Text Placeholder 2">
            <a:extLst>
              <a:ext uri="{FF2B5EF4-FFF2-40B4-BE49-F238E27FC236}">
                <a16:creationId xmlns:a16="http://schemas.microsoft.com/office/drawing/2014/main" id="{6100E7E4-CC29-436A-BB1B-106B191CA8DC}"/>
              </a:ext>
            </a:extLst>
          </p:cNvPr>
          <p:cNvSpPr>
            <a:spLocks noGrp="1"/>
          </p:cNvSpPr>
          <p:nvPr>
            <p:ph type="body" sz="quarter" idx="55" hasCustomPrompt="1"/>
          </p:nvPr>
        </p:nvSpPr>
        <p:spPr>
          <a:xfrm>
            <a:off x="813233" y="1202218"/>
            <a:ext cx="10781407" cy="658104"/>
          </a:xfrm>
          <a:prstGeom prst="rect">
            <a:avLst/>
          </a:prstGeom>
        </p:spPr>
        <p:txBody>
          <a:bodyPr/>
          <a:lstStyle>
            <a:lvl1pPr marL="0" indent="0" algn="ctr">
              <a:lnSpc>
                <a:spcPct val="100000"/>
              </a:lnSpc>
              <a:spcBef>
                <a:spcPts val="0"/>
              </a:spcBef>
              <a:spcAft>
                <a:spcPts val="600"/>
              </a:spcAft>
              <a:buClr>
                <a:schemeClr val="accent4"/>
              </a:buClr>
              <a:buNone/>
              <a:defRPr sz="1600">
                <a:solidFill>
                  <a:schemeClr val="accent5"/>
                </a:solidFill>
              </a:defRPr>
            </a:lvl1pPr>
            <a:lvl2pPr marL="685800" indent="-228600">
              <a:lnSpc>
                <a:spcPct val="100000"/>
              </a:lnSpc>
              <a:buClr>
                <a:schemeClr val="accent4"/>
              </a:buClr>
              <a:buFont typeface="Lato Light" panose="020F0302020204030203" pitchFamily="34" charset="0"/>
              <a:buChar char="–"/>
              <a:defRPr sz="1200">
                <a:solidFill>
                  <a:schemeClr val="accent5"/>
                </a:solidFill>
              </a:defRPr>
            </a:lvl2pPr>
            <a:lvl3pPr marL="1143000" indent="-228600">
              <a:lnSpc>
                <a:spcPct val="100000"/>
              </a:lnSpc>
              <a:buClr>
                <a:schemeClr val="accent4"/>
              </a:buClr>
              <a:buFont typeface="Lato Light" panose="020F0302020204030203" pitchFamily="34" charset="0"/>
              <a:buChar char="–"/>
              <a:defRPr sz="1200">
                <a:solidFill>
                  <a:schemeClr val="accent5"/>
                </a:solidFill>
              </a:defRPr>
            </a:lvl3pPr>
            <a:lvl4pPr marL="1600200" indent="-228600">
              <a:lnSpc>
                <a:spcPct val="100000"/>
              </a:lnSpc>
              <a:buClr>
                <a:schemeClr val="accent4"/>
              </a:buClr>
              <a:buFont typeface="Lato Light" panose="020F0302020204030203" pitchFamily="34" charset="0"/>
              <a:buChar char="–"/>
              <a:defRPr sz="1050">
                <a:solidFill>
                  <a:schemeClr val="accent5"/>
                </a:solidFill>
              </a:defRPr>
            </a:lvl4pPr>
            <a:lvl5pPr marL="2057400" indent="-228600">
              <a:lnSpc>
                <a:spcPct val="100000"/>
              </a:lnSpc>
              <a:buClr>
                <a:schemeClr val="bg2"/>
              </a:buClr>
              <a:buFont typeface="Lato Light" panose="020F0302020204030203" pitchFamily="34" charset="0"/>
              <a:buChar char="–"/>
              <a:defRPr sz="1050">
                <a:solidFill>
                  <a:schemeClr val="accent5"/>
                </a:solidFill>
              </a:defRPr>
            </a:lvl5pPr>
          </a:lstStyle>
          <a:p>
            <a:pPr lvl="0"/>
            <a:r>
              <a:rPr lang="en-GB" noProof="0"/>
              <a:t>Lorem ipsum dolor sit amet, consectetur adipiscing elit. Sed mi purus, condimentum non mi in, scelerisque hendrerit urna. Curabitur eu rutrum tellus. </a:t>
            </a:r>
          </a:p>
        </p:txBody>
      </p:sp>
      <p:sp>
        <p:nvSpPr>
          <p:cNvPr id="6" name="Text Placeholder 14">
            <a:extLst>
              <a:ext uri="{FF2B5EF4-FFF2-40B4-BE49-F238E27FC236}">
                <a16:creationId xmlns:a16="http://schemas.microsoft.com/office/drawing/2014/main" id="{492799D1-37E4-4F80-8BF8-9D6191871CEA}"/>
              </a:ext>
            </a:extLst>
          </p:cNvPr>
          <p:cNvSpPr>
            <a:spLocks noGrp="1"/>
          </p:cNvSpPr>
          <p:nvPr>
            <p:ph type="body" sz="quarter" idx="100" hasCustomPrompt="1"/>
          </p:nvPr>
        </p:nvSpPr>
        <p:spPr>
          <a:xfrm>
            <a:off x="510292" y="170064"/>
            <a:ext cx="11057453" cy="322729"/>
          </a:xfrm>
          <a:prstGeom prst="rect">
            <a:avLst/>
          </a:prstGeom>
        </p:spPr>
        <p:txBody>
          <a:bodyPr anchor="b"/>
          <a:lstStyle>
            <a:lvl1pPr marL="0" indent="0">
              <a:lnSpc>
                <a:spcPct val="100000"/>
              </a:lnSpc>
              <a:spcBef>
                <a:spcPts val="0"/>
              </a:spcBef>
              <a:buNone/>
              <a:defRPr sz="1200" i="0" spc="150" baseline="0">
                <a:solidFill>
                  <a:schemeClr val="tx2"/>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s-ES" dirty="0"/>
              <a:t>SECTION TITLE</a:t>
            </a:r>
          </a:p>
        </p:txBody>
      </p:sp>
    </p:spTree>
    <p:extLst>
      <p:ext uri="{BB962C8B-B14F-4D97-AF65-F5344CB8AC3E}">
        <p14:creationId xmlns:p14="http://schemas.microsoft.com/office/powerpoint/2010/main" val="209632113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C16D630F-2B01-4278-88AF-5EDD1D158DF4}"/>
              </a:ext>
            </a:extLst>
          </p:cNvPr>
          <p:cNvCxnSpPr>
            <a:cxnSpLocks/>
          </p:cNvCxnSpPr>
          <p:nvPr userDrawn="1"/>
        </p:nvCxnSpPr>
        <p:spPr>
          <a:xfrm>
            <a:off x="0" y="6430863"/>
            <a:ext cx="8286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3 Título">
            <a:extLst>
              <a:ext uri="{FF2B5EF4-FFF2-40B4-BE49-F238E27FC236}">
                <a16:creationId xmlns:a16="http://schemas.microsoft.com/office/drawing/2014/main" id="{49E6C371-AC4C-4805-A832-438231ABC418}"/>
              </a:ext>
            </a:extLst>
          </p:cNvPr>
          <p:cNvSpPr txBox="1">
            <a:spLocks/>
          </p:cNvSpPr>
          <p:nvPr userDrawn="1"/>
        </p:nvSpPr>
        <p:spPr>
          <a:xfrm>
            <a:off x="441789" y="6516703"/>
            <a:ext cx="367569" cy="171774"/>
          </a:xfrm>
          <a:prstGeom prst="rect">
            <a:avLst/>
          </a:prstGeom>
          <a:ln w="3175">
            <a:miter lim="400000"/>
          </a:ln>
          <a:extLst>
            <a:ext uri="{C572A759-6A51-4108-AA02-DFA0A04FC94B}">
              <ma14:wrappingTextBoxFlag xmlns:ma14="http://schemas.microsoft.com/office/mac/drawingml/2011/main" xmlns="" val="1"/>
            </a:ext>
          </a:extLst>
        </p:spPr>
        <p:txBody>
          <a:bodyPr lIns="0" tIns="0" rIns="0" bIns="0" anchor="t" anchorCtr="0">
            <a:noAutofit/>
          </a:bodyPr>
          <a:lstStyle>
            <a:lvl1pPr marL="0" marR="0" indent="0" algn="l" defTabSz="421946" rtl="0" eaLnBrk="0" fontAlgn="base" latinLnBrk="0" hangingPunct="0">
              <a:lnSpc>
                <a:spcPts val="1846"/>
              </a:lnSpc>
              <a:spcBef>
                <a:spcPct val="0"/>
              </a:spcBef>
              <a:spcAft>
                <a:spcPct val="0"/>
              </a:spcAft>
              <a:buClrTx/>
              <a:buSzTx/>
              <a:buFontTx/>
              <a:buNone/>
              <a:tabLst/>
              <a:defRPr sz="1662" b="1" i="0" u="none" strike="noStrike" cap="none" spc="0" baseline="0">
                <a:ln>
                  <a:noFill/>
                </a:ln>
                <a:solidFill>
                  <a:srgbClr val="5C881A"/>
                </a:solidFill>
                <a:uFillTx/>
                <a:latin typeface="Arial" pitchFamily="34" charset="0"/>
                <a:ea typeface="+mn-ea"/>
                <a:cs typeface="Arial" pitchFamily="34" charset="0"/>
                <a:sym typeface="Helvetica Light"/>
              </a:defRPr>
            </a:lvl1pPr>
            <a:lvl2pPr marL="0" marR="0" indent="228600" algn="ctr" defTabSz="410765" rtl="0" latinLnBrk="0">
              <a:lnSpc>
                <a:spcPct val="100000"/>
              </a:lnSpc>
              <a:spcBef>
                <a:spcPts val="0"/>
              </a:spcBef>
              <a:spcAft>
                <a:spcPts val="0"/>
              </a:spcAft>
              <a:buClrTx/>
              <a:buSzTx/>
              <a:buFontTx/>
              <a:buNone/>
              <a:tabLst/>
              <a:defRPr sz="5600" b="0" i="0" u="none" strike="noStrike" cap="none" spc="0" baseline="0">
                <a:ln>
                  <a:noFill/>
                </a:ln>
                <a:solidFill>
                  <a:srgbClr val="000000"/>
                </a:solidFill>
                <a:uFillTx/>
                <a:latin typeface="+mn-lt"/>
                <a:ea typeface="+mn-ea"/>
                <a:cs typeface="+mn-cs"/>
                <a:sym typeface="Helvetica Light"/>
              </a:defRPr>
            </a:lvl2pPr>
            <a:lvl3pPr marL="0" marR="0" indent="457200" algn="ctr" defTabSz="410765" rtl="0" latinLnBrk="0">
              <a:lnSpc>
                <a:spcPct val="100000"/>
              </a:lnSpc>
              <a:spcBef>
                <a:spcPts val="0"/>
              </a:spcBef>
              <a:spcAft>
                <a:spcPts val="0"/>
              </a:spcAft>
              <a:buClrTx/>
              <a:buSzTx/>
              <a:buFontTx/>
              <a:buNone/>
              <a:tabLst/>
              <a:defRPr sz="5600" b="0" i="0" u="none" strike="noStrike" cap="none" spc="0" baseline="0">
                <a:ln>
                  <a:noFill/>
                </a:ln>
                <a:solidFill>
                  <a:srgbClr val="000000"/>
                </a:solidFill>
                <a:uFillTx/>
                <a:latin typeface="+mn-lt"/>
                <a:ea typeface="+mn-ea"/>
                <a:cs typeface="+mn-cs"/>
                <a:sym typeface="Helvetica Light"/>
              </a:defRPr>
            </a:lvl3pPr>
            <a:lvl4pPr marL="0" marR="0" indent="685800" algn="ctr" defTabSz="410765" rtl="0" latinLnBrk="0">
              <a:lnSpc>
                <a:spcPct val="100000"/>
              </a:lnSpc>
              <a:spcBef>
                <a:spcPts val="0"/>
              </a:spcBef>
              <a:spcAft>
                <a:spcPts val="0"/>
              </a:spcAft>
              <a:buClrTx/>
              <a:buSzTx/>
              <a:buFontTx/>
              <a:buNone/>
              <a:tabLst/>
              <a:defRPr sz="5600" b="0" i="0" u="none" strike="noStrike" cap="none" spc="0" baseline="0">
                <a:ln>
                  <a:noFill/>
                </a:ln>
                <a:solidFill>
                  <a:srgbClr val="000000"/>
                </a:solidFill>
                <a:uFillTx/>
                <a:latin typeface="+mn-lt"/>
                <a:ea typeface="+mn-ea"/>
                <a:cs typeface="+mn-cs"/>
                <a:sym typeface="Helvetica Light"/>
              </a:defRPr>
            </a:lvl4pPr>
            <a:lvl5pPr marL="0" marR="0" indent="914400" algn="ctr" defTabSz="410765" rtl="0" latinLnBrk="0">
              <a:lnSpc>
                <a:spcPct val="100000"/>
              </a:lnSpc>
              <a:spcBef>
                <a:spcPts val="0"/>
              </a:spcBef>
              <a:spcAft>
                <a:spcPts val="0"/>
              </a:spcAft>
              <a:buClrTx/>
              <a:buSzTx/>
              <a:buFontTx/>
              <a:buNone/>
              <a:tabLst/>
              <a:defRPr sz="5600" b="0" i="0" u="none" strike="noStrike" cap="none" spc="0" baseline="0">
                <a:ln>
                  <a:noFill/>
                </a:ln>
                <a:solidFill>
                  <a:srgbClr val="000000"/>
                </a:solidFill>
                <a:uFillTx/>
                <a:latin typeface="+mn-lt"/>
                <a:ea typeface="+mn-ea"/>
                <a:cs typeface="+mn-cs"/>
                <a:sym typeface="Helvetica Light"/>
              </a:defRPr>
            </a:lvl5pPr>
            <a:lvl6pPr marL="0" marR="0" indent="1143000" algn="ctr" defTabSz="410765" rtl="0" latinLnBrk="0">
              <a:lnSpc>
                <a:spcPct val="100000"/>
              </a:lnSpc>
              <a:spcBef>
                <a:spcPts val="0"/>
              </a:spcBef>
              <a:spcAft>
                <a:spcPts val="0"/>
              </a:spcAft>
              <a:buClrTx/>
              <a:buSzTx/>
              <a:buFontTx/>
              <a:buNone/>
              <a:tabLst/>
              <a:defRPr sz="5600" b="0" i="0" u="none" strike="noStrike" cap="none" spc="0" baseline="0">
                <a:ln>
                  <a:noFill/>
                </a:ln>
                <a:solidFill>
                  <a:srgbClr val="000000"/>
                </a:solidFill>
                <a:uFillTx/>
                <a:latin typeface="+mn-lt"/>
                <a:ea typeface="+mn-ea"/>
                <a:cs typeface="+mn-cs"/>
                <a:sym typeface="Helvetica Light"/>
              </a:defRPr>
            </a:lvl6pPr>
            <a:lvl7pPr marL="0" marR="0" indent="1371600" algn="ctr" defTabSz="410765" rtl="0" latinLnBrk="0">
              <a:lnSpc>
                <a:spcPct val="100000"/>
              </a:lnSpc>
              <a:spcBef>
                <a:spcPts val="0"/>
              </a:spcBef>
              <a:spcAft>
                <a:spcPts val="0"/>
              </a:spcAft>
              <a:buClrTx/>
              <a:buSzTx/>
              <a:buFontTx/>
              <a:buNone/>
              <a:tabLst/>
              <a:defRPr sz="5600" b="0" i="0" u="none" strike="noStrike" cap="none" spc="0" baseline="0">
                <a:ln>
                  <a:noFill/>
                </a:ln>
                <a:solidFill>
                  <a:srgbClr val="000000"/>
                </a:solidFill>
                <a:uFillTx/>
                <a:latin typeface="+mn-lt"/>
                <a:ea typeface="+mn-ea"/>
                <a:cs typeface="+mn-cs"/>
                <a:sym typeface="Helvetica Light"/>
              </a:defRPr>
            </a:lvl7pPr>
            <a:lvl8pPr marL="0" marR="0" indent="1600200" algn="ctr" defTabSz="410765" rtl="0" latinLnBrk="0">
              <a:lnSpc>
                <a:spcPct val="100000"/>
              </a:lnSpc>
              <a:spcBef>
                <a:spcPts val="0"/>
              </a:spcBef>
              <a:spcAft>
                <a:spcPts val="0"/>
              </a:spcAft>
              <a:buClrTx/>
              <a:buSzTx/>
              <a:buFontTx/>
              <a:buNone/>
              <a:tabLst/>
              <a:defRPr sz="5600" b="0" i="0" u="none" strike="noStrike" cap="none" spc="0" baseline="0">
                <a:ln>
                  <a:noFill/>
                </a:ln>
                <a:solidFill>
                  <a:srgbClr val="000000"/>
                </a:solidFill>
                <a:uFillTx/>
                <a:latin typeface="+mn-lt"/>
                <a:ea typeface="+mn-ea"/>
                <a:cs typeface="+mn-cs"/>
                <a:sym typeface="Helvetica Light"/>
              </a:defRPr>
            </a:lvl8pPr>
            <a:lvl9pPr marL="0" marR="0" indent="1828800" algn="ctr" defTabSz="410765" rtl="0" latinLnBrk="0">
              <a:lnSpc>
                <a:spcPct val="100000"/>
              </a:lnSpc>
              <a:spcBef>
                <a:spcPts val="0"/>
              </a:spcBef>
              <a:spcAft>
                <a:spcPts val="0"/>
              </a:spcAft>
              <a:buClrTx/>
              <a:buSzTx/>
              <a:buFontTx/>
              <a:buNone/>
              <a:tabLst/>
              <a:defRPr sz="5600" b="0" i="0" u="none" strike="noStrike" cap="none" spc="0" baseline="0">
                <a:ln>
                  <a:noFill/>
                </a:ln>
                <a:solidFill>
                  <a:srgbClr val="000000"/>
                </a:solidFill>
                <a:uFillTx/>
                <a:latin typeface="+mn-lt"/>
                <a:ea typeface="+mn-ea"/>
                <a:cs typeface="+mn-cs"/>
                <a:sym typeface="Helvetica Light"/>
              </a:defRPr>
            </a:lvl9pPr>
          </a:lstStyle>
          <a:p>
            <a:pPr marL="0" marR="0" lvl="0" indent="0" algn="r" defTabSz="421946" rtl="0" eaLnBrk="0" fontAlgn="base" latinLnBrk="0" hangingPunct="0">
              <a:lnSpc>
                <a:spcPct val="90000"/>
              </a:lnSpc>
              <a:spcBef>
                <a:spcPct val="0"/>
              </a:spcBef>
              <a:spcAft>
                <a:spcPct val="0"/>
              </a:spcAft>
              <a:buClrTx/>
              <a:buSzTx/>
              <a:buFontTx/>
              <a:buNone/>
              <a:tabLst/>
              <a:defRPr/>
            </a:pPr>
            <a:fld id="{4982C478-65CB-40CC-B806-7B075BDC2A69}" type="slidenum">
              <a:rPr kumimoji="0" lang="pt-BR" sz="1000" b="0" i="0" u="none" strike="noStrike" kern="0" cap="none" spc="0" normalizeH="0" baseline="0" noProof="0" smtClean="0">
                <a:ln>
                  <a:noFill/>
                </a:ln>
                <a:solidFill>
                  <a:srgbClr val="7F7F7F"/>
                </a:solidFill>
                <a:effectLst/>
                <a:uLnTx/>
                <a:uFillTx/>
                <a:latin typeface="Lato Light" panose="020F0302020204030203" pitchFamily="34" charset="0"/>
                <a:ea typeface="+mn-ea"/>
                <a:cs typeface="Arial" pitchFamily="34" charset="0"/>
                <a:sym typeface="Helvetica Light"/>
              </a:rPr>
              <a:t>‹#›</a:t>
            </a:fld>
            <a:endParaRPr kumimoji="0" lang="pt-BR" sz="1000" b="0" i="0" u="none" strike="noStrike" kern="0" cap="none" spc="0" normalizeH="0" baseline="0" noProof="0" dirty="0">
              <a:ln>
                <a:noFill/>
              </a:ln>
              <a:solidFill>
                <a:srgbClr val="7F7F7F"/>
              </a:solidFill>
              <a:effectLst/>
              <a:uLnTx/>
              <a:uFillTx/>
              <a:latin typeface="Lato Light" panose="020F0302020204030203" pitchFamily="34" charset="0"/>
              <a:ea typeface="+mn-ea"/>
              <a:cs typeface="Arial" pitchFamily="34" charset="0"/>
              <a:sym typeface="Helvetica Light"/>
            </a:endParaRPr>
          </a:p>
        </p:txBody>
      </p:sp>
      <p:cxnSp>
        <p:nvCxnSpPr>
          <p:cNvPr id="7" name="Straight Connector 6">
            <a:extLst>
              <a:ext uri="{FF2B5EF4-FFF2-40B4-BE49-F238E27FC236}">
                <a16:creationId xmlns:a16="http://schemas.microsoft.com/office/drawing/2014/main" id="{8AAEE668-8017-4A11-9FA1-CD1F855B8819}"/>
              </a:ext>
            </a:extLst>
          </p:cNvPr>
          <p:cNvCxnSpPr>
            <a:cxnSpLocks/>
          </p:cNvCxnSpPr>
          <p:nvPr userDrawn="1"/>
        </p:nvCxnSpPr>
        <p:spPr>
          <a:xfrm>
            <a:off x="607219" y="6445220"/>
            <a:ext cx="221456" cy="0"/>
          </a:xfrm>
          <a:prstGeom prst="line">
            <a:avLst/>
          </a:prstGeom>
          <a:ln w="34925">
            <a:solidFill>
              <a:schemeClr val="accent4"/>
            </a:solidFill>
          </a:ln>
        </p:spPr>
        <p:style>
          <a:lnRef idx="1">
            <a:schemeClr val="accent1"/>
          </a:lnRef>
          <a:fillRef idx="0">
            <a:schemeClr val="accent1"/>
          </a:fillRef>
          <a:effectRef idx="0">
            <a:schemeClr val="accent1"/>
          </a:effectRef>
          <a:fontRef idx="minor">
            <a:schemeClr val="tx1"/>
          </a:fontRef>
        </p:style>
      </p:cxnSp>
      <p:pic>
        <p:nvPicPr>
          <p:cNvPr id="9" name="Graphic 7">
            <a:extLst>
              <a:ext uri="{FF2B5EF4-FFF2-40B4-BE49-F238E27FC236}">
                <a16:creationId xmlns:a16="http://schemas.microsoft.com/office/drawing/2014/main" id="{D195EC29-6217-4894-9920-E62C63D5D8B9}"/>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164383" y="398772"/>
            <a:ext cx="1714926" cy="283356"/>
          </a:xfrm>
          <a:prstGeom prst="rect">
            <a:avLst/>
          </a:prstGeom>
        </p:spPr>
      </p:pic>
      <p:sp>
        <p:nvSpPr>
          <p:cNvPr id="2" name="MSIPCMContentMarking" descr="{&quot;HashCode&quot;:1231056682,&quot;Placement&quot;:&quot;Footer&quot;,&quot;Top&quot;:516.65155,&quot;Left&quot;:437.819916,&quot;SlideWidth&quot;:960,&quot;SlideHeight&quot;:540}">
            <a:extLst>
              <a:ext uri="{FF2B5EF4-FFF2-40B4-BE49-F238E27FC236}">
                <a16:creationId xmlns:a16="http://schemas.microsoft.com/office/drawing/2014/main" id="{2BA40CBD-33F8-4901-9804-5AFC52326AB9}"/>
              </a:ext>
            </a:extLst>
          </p:cNvPr>
          <p:cNvSpPr txBox="1"/>
          <p:nvPr userDrawn="1"/>
        </p:nvSpPr>
        <p:spPr>
          <a:xfrm>
            <a:off x="5560313" y="6561475"/>
            <a:ext cx="1071374" cy="296525"/>
          </a:xfrm>
          <a:prstGeom prst="rect">
            <a:avLst/>
          </a:prstGeom>
          <a:ln w="3175">
            <a:miter lim="400000"/>
          </a:ln>
          <a:extLst>
            <a:ext uri="{C572A759-6A51-4108-AA02-DFA0A04FC94B}">
              <ma14:wrappingTextBoxFlag xmlns:ma14="http://schemas.microsoft.com/office/mac/drawingml/2011/main" xmlns="" val="1"/>
            </a:ext>
          </a:extLst>
        </p:spPr>
        <p:txBody>
          <a:bodyPr vert="horz" wrap="square" lIns="0" tIns="0" rIns="0" bIns="0" rtlCol="0" anchor="ctr" anchorCtr="1">
            <a:noAutofit/>
          </a:bodyPr>
          <a:lstStyle/>
          <a:p>
            <a:pPr algn="ctr">
              <a:lnSpc>
                <a:spcPct val="90000"/>
              </a:lnSpc>
              <a:spcBef>
                <a:spcPts val="0"/>
              </a:spcBef>
              <a:spcAft>
                <a:spcPts val="0"/>
              </a:spcAft>
            </a:pPr>
            <a:r>
              <a:rPr lang="en-GB" sz="1200" b="0" kern="0">
                <a:solidFill>
                  <a:srgbClr val="008000"/>
                </a:solidFill>
                <a:latin typeface="Calibri" panose="020F0502020204030204" pitchFamily="34" charset="0"/>
              </a:rPr>
              <a:t>Internal Use</a:t>
            </a:r>
          </a:p>
        </p:txBody>
      </p:sp>
    </p:spTree>
    <p:extLst>
      <p:ext uri="{BB962C8B-B14F-4D97-AF65-F5344CB8AC3E}">
        <p14:creationId xmlns:p14="http://schemas.microsoft.com/office/powerpoint/2010/main" val="950404597"/>
      </p:ext>
    </p:extLst>
  </p:cSld>
  <p:clrMap bg1="lt1" tx1="dk1" bg2="lt2" tx2="dk2" accent1="accent1" accent2="accent2" accent3="accent3" accent4="accent4" accent5="accent5" accent6="accent6" hlink="hlink" folHlink="folHlink"/>
  <p:sldLayoutIdLst>
    <p:sldLayoutId id="2147483668" r:id="rId1"/>
    <p:sldLayoutId id="2147483670" r:id="rId2"/>
    <p:sldLayoutId id="2147483671" r:id="rId3"/>
  </p:sldLayoutIdLst>
  <p:txStyles>
    <p:titleStyle>
      <a:lvl1pPr algn="l" defTabSz="914400" rtl="0" eaLnBrk="1" latinLnBrk="0" hangingPunct="1">
        <a:lnSpc>
          <a:spcPct val="90000"/>
        </a:lnSpc>
        <a:spcBef>
          <a:spcPct val="0"/>
        </a:spcBef>
        <a:buNone/>
        <a:defRPr sz="4400" kern="1200">
          <a:solidFill>
            <a:schemeClr val="tx1"/>
          </a:solidFill>
          <a:latin typeface="Lato Light" panose="020F0302020204030203"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Light" panose="020F030202020403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Light" panose="020F030202020403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Light" panose="020F030202020403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Light" panose="020F030202020403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Light" panose="020F030202020403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jpeg"/></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32771059-1330-4610-BD99-1DFDE7F65B89}"/>
              </a:ext>
            </a:extLst>
          </p:cNvPr>
          <p:cNvSpPr>
            <a:spLocks noGrp="1"/>
          </p:cNvSpPr>
          <p:nvPr>
            <p:ph type="body" sz="quarter" idx="17"/>
          </p:nvPr>
        </p:nvSpPr>
        <p:spPr/>
        <p:txBody>
          <a:bodyPr/>
          <a:lstStyle/>
          <a:p>
            <a:endParaRPr lang="en-GB" dirty="0"/>
          </a:p>
        </p:txBody>
      </p:sp>
      <p:sp>
        <p:nvSpPr>
          <p:cNvPr id="3" name="Text Placeholder 2">
            <a:extLst>
              <a:ext uri="{FF2B5EF4-FFF2-40B4-BE49-F238E27FC236}">
                <a16:creationId xmlns:a16="http://schemas.microsoft.com/office/drawing/2014/main" id="{24C93CC4-792B-4D9C-ABC7-EB263B8A7A76}"/>
              </a:ext>
            </a:extLst>
          </p:cNvPr>
          <p:cNvSpPr>
            <a:spLocks noGrp="1"/>
          </p:cNvSpPr>
          <p:nvPr>
            <p:ph type="body" sz="quarter" idx="12"/>
          </p:nvPr>
        </p:nvSpPr>
        <p:spPr>
          <a:xfrm>
            <a:off x="5154876" y="2454407"/>
            <a:ext cx="6402323" cy="688550"/>
          </a:xfrm>
        </p:spPr>
        <p:txBody>
          <a:bodyPr lIns="91440" tIns="45720" rIns="91440" bIns="45720" anchor="t"/>
          <a:lstStyle/>
          <a:p>
            <a:r>
              <a:rPr lang="en-GB" sz="4000" kern="0" dirty="0">
                <a:solidFill>
                  <a:schemeClr val="tx2"/>
                </a:solidFill>
                <a:latin typeface="Lato Black" panose="020B0604020202020204" charset="0"/>
              </a:rPr>
              <a:t>Home Visit App</a:t>
            </a:r>
          </a:p>
          <a:p>
            <a:endParaRPr lang="en-GB" kern="0" dirty="0">
              <a:latin typeface="Lato Black" panose="020B0604020202020204" charset="0"/>
            </a:endParaRPr>
          </a:p>
          <a:p>
            <a:r>
              <a:rPr lang="en-GB" sz="4000" kern="0" dirty="0">
                <a:solidFill>
                  <a:schemeClr val="tx2"/>
                </a:solidFill>
                <a:latin typeface="Lato Black" panose="020B0604020202020204" charset="0"/>
              </a:rPr>
              <a:t>Process Guide for MOA </a:t>
            </a:r>
            <a:r>
              <a:rPr lang="en-GB" kern="0" dirty="0">
                <a:latin typeface="Lato Black" panose="020B0604020202020204" charset="0"/>
              </a:rPr>
              <a:t>Field Operatives</a:t>
            </a:r>
            <a:endParaRPr lang="en-GB" sz="4000" kern="0" dirty="0">
              <a:solidFill>
                <a:schemeClr val="tx2"/>
              </a:solidFill>
              <a:latin typeface="Lato Black" panose="020B0604020202020204" charset="0"/>
            </a:endParaRPr>
          </a:p>
          <a:p>
            <a:endParaRPr lang="en-US" dirty="0"/>
          </a:p>
        </p:txBody>
      </p:sp>
      <p:sp>
        <p:nvSpPr>
          <p:cNvPr id="4" name="Text Placeholder 3">
            <a:extLst>
              <a:ext uri="{FF2B5EF4-FFF2-40B4-BE49-F238E27FC236}">
                <a16:creationId xmlns:a16="http://schemas.microsoft.com/office/drawing/2014/main" id="{5E0330A8-FFC8-486B-9EE4-301F72877326}"/>
              </a:ext>
            </a:extLst>
          </p:cNvPr>
          <p:cNvSpPr>
            <a:spLocks noGrp="1"/>
          </p:cNvSpPr>
          <p:nvPr>
            <p:ph type="body" sz="quarter" idx="15"/>
          </p:nvPr>
        </p:nvSpPr>
        <p:spPr>
          <a:xfrm>
            <a:off x="5154876" y="1573489"/>
            <a:ext cx="6235848" cy="338551"/>
          </a:xfrm>
        </p:spPr>
        <p:txBody>
          <a:bodyPr/>
          <a:lstStyle/>
          <a:p>
            <a:r>
              <a:rPr lang="en-GB" dirty="0"/>
              <a:t>Smart Metering</a:t>
            </a:r>
            <a:endParaRPr lang="en-GB" sz="2400" dirty="0"/>
          </a:p>
        </p:txBody>
      </p:sp>
      <p:sp>
        <p:nvSpPr>
          <p:cNvPr id="6" name="Text Placeholder 5">
            <a:extLst>
              <a:ext uri="{FF2B5EF4-FFF2-40B4-BE49-F238E27FC236}">
                <a16:creationId xmlns:a16="http://schemas.microsoft.com/office/drawing/2014/main" id="{3BCA37CD-CE33-4C30-8FA4-2EFBBFDEC0A6}"/>
              </a:ext>
            </a:extLst>
          </p:cNvPr>
          <p:cNvSpPr>
            <a:spLocks noGrp="1"/>
          </p:cNvSpPr>
          <p:nvPr>
            <p:ph type="body" sz="quarter" idx="16"/>
          </p:nvPr>
        </p:nvSpPr>
        <p:spPr>
          <a:xfrm>
            <a:off x="5154876" y="5914309"/>
            <a:ext cx="6523317" cy="338551"/>
          </a:xfrm>
        </p:spPr>
        <p:txBody>
          <a:bodyPr/>
          <a:lstStyle/>
          <a:p>
            <a:r>
              <a:rPr lang="en-GB" dirty="0"/>
              <a:t>16</a:t>
            </a:r>
            <a:r>
              <a:rPr lang="en-GB" baseline="30000" dirty="0"/>
              <a:t>th</a:t>
            </a:r>
            <a:r>
              <a:rPr lang="en-GB" dirty="0"/>
              <a:t> August 2023</a:t>
            </a:r>
            <a:r>
              <a:rPr lang="en-GB" dirty="0">
                <a:solidFill>
                  <a:schemeClr val="tx1">
                    <a:lumMod val="65000"/>
                    <a:lumOff val="35000"/>
                  </a:schemeClr>
                </a:solidFill>
              </a:rPr>
              <a:t>		v.2</a:t>
            </a:r>
          </a:p>
        </p:txBody>
      </p:sp>
    </p:spTree>
    <p:extLst>
      <p:ext uri="{BB962C8B-B14F-4D97-AF65-F5344CB8AC3E}">
        <p14:creationId xmlns:p14="http://schemas.microsoft.com/office/powerpoint/2010/main" val="3134002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B4B58578-F4A4-4101-9325-B61CC832277C}"/>
              </a:ext>
            </a:extLst>
          </p:cNvPr>
          <p:cNvSpPr>
            <a:spLocks noGrp="1"/>
          </p:cNvSpPr>
          <p:nvPr>
            <p:ph type="body" sz="quarter" idx="58"/>
          </p:nvPr>
        </p:nvSpPr>
        <p:spPr/>
        <p:txBody>
          <a:bodyPr/>
          <a:lstStyle/>
          <a:p>
            <a:endParaRPr lang="en-GB"/>
          </a:p>
        </p:txBody>
      </p:sp>
      <p:sp>
        <p:nvSpPr>
          <p:cNvPr id="10" name="Text Placeholder 9">
            <a:extLst>
              <a:ext uri="{FF2B5EF4-FFF2-40B4-BE49-F238E27FC236}">
                <a16:creationId xmlns:a16="http://schemas.microsoft.com/office/drawing/2014/main" id="{ECE93E52-9EC4-4DAE-A222-6160DA5454EA}"/>
              </a:ext>
            </a:extLst>
          </p:cNvPr>
          <p:cNvSpPr>
            <a:spLocks noGrp="1"/>
          </p:cNvSpPr>
          <p:nvPr>
            <p:ph type="body" sz="quarter" idx="59"/>
          </p:nvPr>
        </p:nvSpPr>
        <p:spPr/>
        <p:txBody>
          <a:bodyPr/>
          <a:lstStyle/>
          <a:p>
            <a:endParaRPr lang="en-GB"/>
          </a:p>
        </p:txBody>
      </p:sp>
      <p:sp>
        <p:nvSpPr>
          <p:cNvPr id="7" name="Text Placeholder 2">
            <a:extLst>
              <a:ext uri="{FF2B5EF4-FFF2-40B4-BE49-F238E27FC236}">
                <a16:creationId xmlns:a16="http://schemas.microsoft.com/office/drawing/2014/main" id="{957247EC-15D6-4791-A19D-5E2C5959D351}"/>
              </a:ext>
            </a:extLst>
          </p:cNvPr>
          <p:cNvSpPr>
            <a:spLocks noGrp="1"/>
          </p:cNvSpPr>
          <p:nvPr>
            <p:ph type="body" sz="quarter" idx="14"/>
          </p:nvPr>
        </p:nvSpPr>
        <p:spPr>
          <a:xfrm>
            <a:off x="510293" y="486724"/>
            <a:ext cx="8036178" cy="457056"/>
          </a:xfrm>
        </p:spPr>
        <p:txBody>
          <a:bodyPr/>
          <a:lstStyle/>
          <a:p>
            <a:r>
              <a:rPr lang="en-GB" dirty="0"/>
              <a:t>Context: Home Visit App Explanation and Purpose</a:t>
            </a:r>
          </a:p>
          <a:p>
            <a:endParaRPr lang="en-GB" dirty="0"/>
          </a:p>
        </p:txBody>
      </p:sp>
      <p:sp>
        <p:nvSpPr>
          <p:cNvPr id="2" name="TextBox 1">
            <a:extLst>
              <a:ext uri="{FF2B5EF4-FFF2-40B4-BE49-F238E27FC236}">
                <a16:creationId xmlns:a16="http://schemas.microsoft.com/office/drawing/2014/main" id="{7D4026AF-F6E4-6DB1-98DF-5FEB11B15B18}"/>
              </a:ext>
            </a:extLst>
          </p:cNvPr>
          <p:cNvSpPr txBox="1"/>
          <p:nvPr/>
        </p:nvSpPr>
        <p:spPr>
          <a:xfrm>
            <a:off x="600000" y="1094163"/>
            <a:ext cx="11076185" cy="5277112"/>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t" anchorCtr="0">
            <a:noAutofit/>
          </a:bodyPr>
          <a:lstStyle/>
          <a:p>
            <a:pPr>
              <a:lnSpc>
                <a:spcPct val="90000"/>
              </a:lnSpc>
            </a:pPr>
            <a:r>
              <a:rPr lang="en-GB" sz="1700" b="1" kern="0" dirty="0">
                <a:solidFill>
                  <a:schemeClr val="tx1">
                    <a:lumMod val="50000"/>
                    <a:lumOff val="50000"/>
                  </a:schemeClr>
                </a:solidFill>
              </a:rPr>
              <a:t>Purpose                                                                             </a:t>
            </a:r>
          </a:p>
          <a:p>
            <a:pPr>
              <a:lnSpc>
                <a:spcPct val="90000"/>
              </a:lnSpc>
            </a:pPr>
            <a:endParaRPr lang="en-GB" sz="1400" b="1" kern="0" dirty="0">
              <a:solidFill>
                <a:schemeClr val="tx1">
                  <a:lumMod val="50000"/>
                  <a:lumOff val="50000"/>
                </a:schemeClr>
              </a:solidFill>
            </a:endParaRPr>
          </a:p>
          <a:p>
            <a:pPr marL="285750" indent="-285750">
              <a:lnSpc>
                <a:spcPct val="90000"/>
              </a:lnSpc>
              <a:buFont typeface="Wingdings" panose="05000000000000000000" pitchFamily="2" charset="2"/>
              <a:buChar char="§"/>
            </a:pPr>
            <a:r>
              <a:rPr lang="en-GB" sz="1400" kern="0" dirty="0">
                <a:solidFill>
                  <a:schemeClr val="tx1">
                    <a:lumMod val="50000"/>
                    <a:lumOff val="50000"/>
                  </a:schemeClr>
                </a:solidFill>
              </a:rPr>
              <a:t>The Home Visit App (HVA) has been developed to aid the successful installation of smart meters. </a:t>
            </a:r>
          </a:p>
          <a:p>
            <a:pPr marL="285750" indent="-285750">
              <a:lnSpc>
                <a:spcPct val="90000"/>
              </a:lnSpc>
              <a:buFont typeface="Wingdings" panose="05000000000000000000" pitchFamily="2" charset="2"/>
              <a:buChar char="§"/>
            </a:pPr>
            <a:r>
              <a:rPr lang="en-GB" sz="1400" kern="0" dirty="0">
                <a:solidFill>
                  <a:schemeClr val="tx1">
                    <a:lumMod val="50000"/>
                    <a:lumOff val="50000"/>
                  </a:schemeClr>
                </a:solidFill>
              </a:rPr>
              <a:t>Functionality is currently accessed via a URL, however, this will become available via a downloadable App in the near future.</a:t>
            </a:r>
          </a:p>
          <a:p>
            <a:pPr marL="285750" indent="-285750">
              <a:lnSpc>
                <a:spcPct val="90000"/>
              </a:lnSpc>
              <a:buFont typeface="Wingdings" panose="05000000000000000000" pitchFamily="2" charset="2"/>
              <a:buChar char="§"/>
            </a:pPr>
            <a:r>
              <a:rPr lang="en-GB" sz="1400" kern="0" dirty="0">
                <a:solidFill>
                  <a:schemeClr val="tx1">
                    <a:lumMod val="50000"/>
                    <a:lumOff val="50000"/>
                  </a:schemeClr>
                </a:solidFill>
              </a:rPr>
              <a:t>HVA </a:t>
            </a:r>
            <a:r>
              <a:rPr lang="en-GB" sz="1400" u="sng" kern="0">
                <a:solidFill>
                  <a:schemeClr val="tx1">
                    <a:lumMod val="50000"/>
                    <a:lumOff val="50000"/>
                  </a:schemeClr>
                </a:solidFill>
              </a:rPr>
              <a:t>currently</a:t>
            </a:r>
            <a:r>
              <a:rPr lang="en-GB" sz="1400" kern="0">
                <a:solidFill>
                  <a:schemeClr val="tx1">
                    <a:lumMod val="50000"/>
                    <a:lumOff val="50000"/>
                  </a:schemeClr>
                </a:solidFill>
              </a:rPr>
              <a:t> provides 2 </a:t>
            </a:r>
            <a:r>
              <a:rPr lang="en-GB" sz="1400" kern="0" dirty="0">
                <a:solidFill>
                  <a:schemeClr val="tx1">
                    <a:lumMod val="50000"/>
                    <a:lumOff val="50000"/>
                  </a:schemeClr>
                </a:solidFill>
              </a:rPr>
              <a:t>service activities to improve performance. All engineers are expected to login and use the following:</a:t>
            </a:r>
          </a:p>
          <a:p>
            <a:pPr>
              <a:lnSpc>
                <a:spcPct val="90000"/>
              </a:lnSpc>
            </a:pPr>
            <a:endParaRPr lang="en-GB" sz="1700" kern="0" dirty="0">
              <a:solidFill>
                <a:schemeClr val="tx1">
                  <a:lumMod val="50000"/>
                  <a:lumOff val="50000"/>
                </a:schemeClr>
              </a:solidFill>
            </a:endParaRPr>
          </a:p>
          <a:p>
            <a:pPr marL="271463" indent="-271463">
              <a:lnSpc>
                <a:spcPct val="90000"/>
              </a:lnSpc>
              <a:buFont typeface="+mj-lt"/>
              <a:buAutoNum type="arabicPeriod"/>
            </a:pPr>
            <a:r>
              <a:rPr lang="en-GB" sz="1700" b="1" kern="0" dirty="0">
                <a:solidFill>
                  <a:schemeClr val="tx1">
                    <a:lumMod val="50000"/>
                    <a:lumOff val="50000"/>
                  </a:schemeClr>
                </a:solidFill>
              </a:rPr>
              <a:t>Location Based Service Solution </a:t>
            </a:r>
            <a:r>
              <a:rPr lang="en-GB" sz="1700" kern="0" dirty="0">
                <a:solidFill>
                  <a:schemeClr val="tx1">
                    <a:lumMod val="50000"/>
                    <a:lumOff val="50000"/>
                  </a:schemeClr>
                </a:solidFill>
              </a:rPr>
              <a:t>– The ‘Start Sharing My Location’ button icon prompts you to send a location sharing notification to a customer. This allows them to track your location in real-time, and provides an estimated time of arrival. The benefit of this functionality is to give the customer an accurate timeframe of when you will arrive, with the objective to ‘encouraging customer attendance and reduce ‘No Access’ aborts’. </a:t>
            </a:r>
          </a:p>
          <a:p>
            <a:pPr marL="168275" indent="-354013">
              <a:lnSpc>
                <a:spcPct val="90000"/>
              </a:lnSpc>
              <a:buFont typeface="+mj-lt"/>
              <a:buAutoNum type="arabicPeriod"/>
            </a:pPr>
            <a:endParaRPr lang="en-GB" sz="1200" kern="0" dirty="0">
              <a:solidFill>
                <a:schemeClr val="tx1">
                  <a:lumMod val="50000"/>
                  <a:lumOff val="50000"/>
                </a:schemeClr>
              </a:solidFill>
            </a:endParaRPr>
          </a:p>
          <a:p>
            <a:pPr marL="271463" indent="-271463">
              <a:lnSpc>
                <a:spcPct val="90000"/>
              </a:lnSpc>
              <a:buFont typeface="+mj-lt"/>
              <a:buAutoNum type="arabicPeriod"/>
            </a:pPr>
            <a:endParaRPr lang="en-GB" sz="1200" kern="0" dirty="0">
              <a:solidFill>
                <a:schemeClr val="tx1">
                  <a:lumMod val="50000"/>
                  <a:lumOff val="50000"/>
                </a:schemeClr>
              </a:solidFill>
            </a:endParaRPr>
          </a:p>
          <a:p>
            <a:pPr marL="271463" indent="-271463">
              <a:lnSpc>
                <a:spcPct val="90000"/>
              </a:lnSpc>
              <a:buFont typeface="+mj-lt"/>
              <a:buAutoNum type="arabicPeriod"/>
            </a:pPr>
            <a:r>
              <a:rPr lang="en-GB" sz="1700" b="1" kern="0" dirty="0">
                <a:solidFill>
                  <a:schemeClr val="tx1">
                    <a:lumMod val="50000"/>
                    <a:lumOff val="50000"/>
                  </a:schemeClr>
                </a:solidFill>
              </a:rPr>
              <a:t>Comms Checker </a:t>
            </a:r>
            <a:r>
              <a:rPr lang="en-GB" sz="1700" kern="0" dirty="0">
                <a:solidFill>
                  <a:schemeClr val="tx1">
                    <a:lumMod val="50000"/>
                    <a:lumOff val="50000"/>
                  </a:schemeClr>
                </a:solidFill>
              </a:rPr>
              <a:t>– This will allow you to carry out diagnostic checks against the smart devices at the customer’s property. By providing a view of the DCC commissioning status, and a communication check against the installed devices, the objectives are to identify any related issues either: </a:t>
            </a:r>
            <a:r>
              <a:rPr lang="en-GB" sz="1800" b="1" kern="0" dirty="0">
                <a:solidFill>
                  <a:schemeClr val="tx1">
                    <a:lumMod val="50000"/>
                    <a:lumOff val="50000"/>
                  </a:schemeClr>
                </a:solidFill>
              </a:rPr>
              <a:t> </a:t>
            </a:r>
          </a:p>
          <a:p>
            <a:pPr algn="ctr">
              <a:lnSpc>
                <a:spcPct val="90000"/>
              </a:lnSpc>
            </a:pPr>
            <a:r>
              <a:rPr lang="en-GB" sz="1600" b="1" kern="0" dirty="0">
                <a:solidFill>
                  <a:srgbClr val="FF0000"/>
                </a:solidFill>
              </a:rPr>
              <a:t>(HVA does not Supersede  the current Smart Installation Policy  or Error Handling)</a:t>
            </a:r>
            <a:endParaRPr lang="en-GB" sz="1700" kern="0" dirty="0">
              <a:solidFill>
                <a:schemeClr val="tx1">
                  <a:lumMod val="50000"/>
                  <a:lumOff val="50000"/>
                </a:schemeClr>
              </a:solidFill>
            </a:endParaRPr>
          </a:p>
          <a:p>
            <a:pPr marL="271463" indent="-271463">
              <a:lnSpc>
                <a:spcPct val="90000"/>
              </a:lnSpc>
              <a:buFont typeface="+mj-lt"/>
              <a:buAutoNum type="arabicPeriod"/>
            </a:pPr>
            <a:endParaRPr lang="en-GB" sz="400" kern="0" dirty="0">
              <a:solidFill>
                <a:schemeClr val="tx1">
                  <a:lumMod val="50000"/>
                  <a:lumOff val="50000"/>
                </a:schemeClr>
              </a:solidFill>
            </a:endParaRPr>
          </a:p>
          <a:p>
            <a:pPr marL="614363" lvl="1" indent="-342900">
              <a:lnSpc>
                <a:spcPct val="90000"/>
              </a:lnSpc>
              <a:buFont typeface="+mj-lt"/>
              <a:buAutoNum type="alphaLcParenR"/>
            </a:pPr>
            <a:r>
              <a:rPr lang="en-GB" sz="1700" kern="0" dirty="0">
                <a:solidFill>
                  <a:schemeClr val="tx1">
                    <a:lumMod val="50000"/>
                    <a:lumOff val="50000"/>
                  </a:schemeClr>
                </a:solidFill>
              </a:rPr>
              <a:t>Immediately after smart equipment installation or;</a:t>
            </a:r>
          </a:p>
          <a:p>
            <a:pPr marL="614363" lvl="1" indent="-342900">
              <a:lnSpc>
                <a:spcPct val="90000"/>
              </a:lnSpc>
              <a:buFont typeface="+mj-lt"/>
              <a:buAutoNum type="alphaLcParenR"/>
            </a:pPr>
            <a:r>
              <a:rPr lang="en-GB" sz="1700" kern="0" dirty="0">
                <a:solidFill>
                  <a:schemeClr val="tx1">
                    <a:lumMod val="50000"/>
                    <a:lumOff val="50000"/>
                  </a:schemeClr>
                </a:solidFill>
              </a:rPr>
              <a:t>On site prior to any smart meter exchange work, if smart metering equipment already exists (i.e. installed on a previous visit)</a:t>
            </a:r>
          </a:p>
          <a:p>
            <a:pPr marL="614363" lvl="1" indent="-342900">
              <a:lnSpc>
                <a:spcPct val="90000"/>
              </a:lnSpc>
              <a:buFont typeface="+mj-lt"/>
              <a:buAutoNum type="alphaLcParenR"/>
            </a:pPr>
            <a:endParaRPr lang="en-GB" sz="400" kern="0" dirty="0">
              <a:solidFill>
                <a:schemeClr val="tx1">
                  <a:lumMod val="50000"/>
                  <a:lumOff val="50000"/>
                </a:schemeClr>
              </a:solidFill>
            </a:endParaRPr>
          </a:p>
          <a:p>
            <a:pPr marL="271463" lvl="1">
              <a:lnSpc>
                <a:spcPct val="90000"/>
              </a:lnSpc>
            </a:pPr>
            <a:r>
              <a:rPr lang="en-GB" sz="1700" b="1" kern="0" dirty="0">
                <a:solidFill>
                  <a:schemeClr val="tx1">
                    <a:lumMod val="50000"/>
                    <a:lumOff val="50000"/>
                  </a:schemeClr>
                </a:solidFill>
              </a:rPr>
              <a:t>Performing these diagnostic checks and taking corrective action on site will prevent the need for future revisits.</a:t>
            </a:r>
          </a:p>
          <a:p>
            <a:pPr algn="l">
              <a:lnSpc>
                <a:spcPct val="90000"/>
              </a:lnSpc>
            </a:pPr>
            <a:endParaRPr lang="en-GB" sz="2000" b="0" kern="0" dirty="0">
              <a:solidFill>
                <a:schemeClr val="tx1">
                  <a:lumMod val="50000"/>
                  <a:lumOff val="50000"/>
                </a:schemeClr>
              </a:solidFill>
            </a:endParaRPr>
          </a:p>
        </p:txBody>
      </p:sp>
    </p:spTree>
    <p:extLst>
      <p:ext uri="{BB962C8B-B14F-4D97-AF65-F5344CB8AC3E}">
        <p14:creationId xmlns:p14="http://schemas.microsoft.com/office/powerpoint/2010/main" val="1131374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B4B58578-F4A4-4101-9325-B61CC832277C}"/>
              </a:ext>
            </a:extLst>
          </p:cNvPr>
          <p:cNvSpPr>
            <a:spLocks noGrp="1"/>
          </p:cNvSpPr>
          <p:nvPr>
            <p:ph type="body" sz="quarter" idx="58"/>
          </p:nvPr>
        </p:nvSpPr>
        <p:spPr/>
        <p:txBody>
          <a:bodyPr/>
          <a:lstStyle/>
          <a:p>
            <a:endParaRPr lang="en-GB"/>
          </a:p>
        </p:txBody>
      </p:sp>
      <p:sp>
        <p:nvSpPr>
          <p:cNvPr id="10" name="Text Placeholder 9">
            <a:extLst>
              <a:ext uri="{FF2B5EF4-FFF2-40B4-BE49-F238E27FC236}">
                <a16:creationId xmlns:a16="http://schemas.microsoft.com/office/drawing/2014/main" id="{ECE93E52-9EC4-4DAE-A222-6160DA5454EA}"/>
              </a:ext>
            </a:extLst>
          </p:cNvPr>
          <p:cNvSpPr>
            <a:spLocks noGrp="1"/>
          </p:cNvSpPr>
          <p:nvPr>
            <p:ph type="body" sz="quarter" idx="59"/>
          </p:nvPr>
        </p:nvSpPr>
        <p:spPr/>
        <p:txBody>
          <a:bodyPr/>
          <a:lstStyle/>
          <a:p>
            <a:endParaRPr lang="en-GB"/>
          </a:p>
        </p:txBody>
      </p:sp>
      <p:sp>
        <p:nvSpPr>
          <p:cNvPr id="7" name="Text Placeholder 2">
            <a:extLst>
              <a:ext uri="{FF2B5EF4-FFF2-40B4-BE49-F238E27FC236}">
                <a16:creationId xmlns:a16="http://schemas.microsoft.com/office/drawing/2014/main" id="{957247EC-15D6-4791-A19D-5E2C5959D351}"/>
              </a:ext>
            </a:extLst>
          </p:cNvPr>
          <p:cNvSpPr>
            <a:spLocks noGrp="1"/>
          </p:cNvSpPr>
          <p:nvPr>
            <p:ph type="body" sz="quarter" idx="14"/>
          </p:nvPr>
        </p:nvSpPr>
        <p:spPr>
          <a:xfrm>
            <a:off x="510293" y="486724"/>
            <a:ext cx="8036178" cy="457056"/>
          </a:xfrm>
        </p:spPr>
        <p:txBody>
          <a:bodyPr/>
          <a:lstStyle/>
          <a:p>
            <a:r>
              <a:rPr lang="en-GB" dirty="0"/>
              <a:t>Logging in to HVA </a:t>
            </a:r>
          </a:p>
          <a:p>
            <a:endParaRPr lang="en-GB" dirty="0"/>
          </a:p>
        </p:txBody>
      </p:sp>
      <p:sp>
        <p:nvSpPr>
          <p:cNvPr id="2" name="TextBox 1">
            <a:extLst>
              <a:ext uri="{FF2B5EF4-FFF2-40B4-BE49-F238E27FC236}">
                <a16:creationId xmlns:a16="http://schemas.microsoft.com/office/drawing/2014/main" id="{7D4026AF-F6E4-6DB1-98DF-5FEB11B15B18}"/>
              </a:ext>
            </a:extLst>
          </p:cNvPr>
          <p:cNvSpPr txBox="1"/>
          <p:nvPr/>
        </p:nvSpPr>
        <p:spPr>
          <a:xfrm>
            <a:off x="600001" y="1216729"/>
            <a:ext cx="6602658" cy="5154545"/>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t" anchorCtr="0">
            <a:noAutofit/>
          </a:bodyPr>
          <a:lstStyle/>
          <a:p>
            <a:pPr>
              <a:lnSpc>
                <a:spcPct val="90000"/>
              </a:lnSpc>
            </a:pPr>
            <a:r>
              <a:rPr lang="en-GB" b="1" kern="0" dirty="0">
                <a:solidFill>
                  <a:schemeClr val="tx1">
                    <a:lumMod val="50000"/>
                    <a:lumOff val="50000"/>
                  </a:schemeClr>
                </a:solidFill>
              </a:rPr>
              <a:t>Sign-In</a:t>
            </a:r>
          </a:p>
          <a:p>
            <a:pPr>
              <a:lnSpc>
                <a:spcPct val="90000"/>
              </a:lnSpc>
            </a:pPr>
            <a:endParaRPr lang="en-GB" sz="1600" b="1" kern="0" dirty="0">
              <a:solidFill>
                <a:srgbClr val="7F7F7F"/>
              </a:solidFill>
            </a:endParaRPr>
          </a:p>
          <a:p>
            <a:pPr marL="285750" indent="-285750">
              <a:lnSpc>
                <a:spcPct val="90000"/>
              </a:lnSpc>
              <a:buFont typeface="Wingdings" panose="05000000000000000000" pitchFamily="2" charset="2"/>
              <a:buChar char="§"/>
            </a:pPr>
            <a:r>
              <a:rPr lang="en-GB" sz="1600" dirty="0">
                <a:solidFill>
                  <a:srgbClr val="7F7F7F"/>
                </a:solidFill>
              </a:rPr>
              <a:t>The first step to access the App, is to open your web browser and type in the following URL address: </a:t>
            </a:r>
          </a:p>
          <a:p>
            <a:pPr>
              <a:lnSpc>
                <a:spcPct val="90000"/>
              </a:lnSpc>
            </a:pPr>
            <a:endParaRPr lang="en-GB" sz="1600" dirty="0">
              <a:solidFill>
                <a:srgbClr val="0563C1"/>
              </a:solidFill>
            </a:endParaRPr>
          </a:p>
          <a:p>
            <a:pPr marL="271463">
              <a:lnSpc>
                <a:spcPct val="90000"/>
              </a:lnSpc>
            </a:pPr>
            <a:r>
              <a:rPr lang="en-GB" sz="1600" u="sng" dirty="0">
                <a:solidFill>
                  <a:srgbClr val="0563C1"/>
                </a:solidFill>
              </a:rPr>
              <a:t>https://coe.scottishpower.co.uk/homevisit/</a:t>
            </a:r>
          </a:p>
          <a:p>
            <a:pPr>
              <a:lnSpc>
                <a:spcPct val="90000"/>
              </a:lnSpc>
            </a:pPr>
            <a:endParaRPr lang="en-GB" sz="1600" kern="0" dirty="0">
              <a:solidFill>
                <a:schemeClr val="tx1">
                  <a:lumMod val="50000"/>
                  <a:lumOff val="50000"/>
                </a:schemeClr>
              </a:solidFill>
            </a:endParaRPr>
          </a:p>
          <a:p>
            <a:pPr marL="285750" indent="-285750">
              <a:lnSpc>
                <a:spcPct val="90000"/>
              </a:lnSpc>
              <a:buFont typeface="Wingdings" panose="05000000000000000000" pitchFamily="2" charset="2"/>
              <a:buChar char="§"/>
            </a:pPr>
            <a:r>
              <a:rPr lang="en-GB" sz="1600" kern="0" dirty="0">
                <a:solidFill>
                  <a:schemeClr val="tx1">
                    <a:lumMod val="50000"/>
                    <a:lumOff val="50000"/>
                  </a:schemeClr>
                </a:solidFill>
              </a:rPr>
              <a:t>You will be provided with a ‘Username’ and a ‘Password’. The Password will need to change after the initial login attempt</a:t>
            </a:r>
          </a:p>
          <a:p>
            <a:pPr marL="285750" indent="-285750">
              <a:lnSpc>
                <a:spcPct val="90000"/>
              </a:lnSpc>
              <a:buFont typeface="Wingdings" panose="05000000000000000000" pitchFamily="2" charset="2"/>
              <a:buChar char="§"/>
            </a:pPr>
            <a:endParaRPr lang="en-GB" sz="1600" kern="0" dirty="0">
              <a:solidFill>
                <a:schemeClr val="tx1">
                  <a:lumMod val="50000"/>
                  <a:lumOff val="50000"/>
                </a:schemeClr>
              </a:solidFill>
            </a:endParaRPr>
          </a:p>
          <a:p>
            <a:pPr marL="285750" indent="-285750">
              <a:lnSpc>
                <a:spcPct val="90000"/>
              </a:lnSpc>
              <a:buFont typeface="Wingdings" panose="05000000000000000000" pitchFamily="2" charset="2"/>
              <a:buChar char="§"/>
            </a:pPr>
            <a:r>
              <a:rPr lang="en-GB" sz="1600" kern="0" dirty="0">
                <a:solidFill>
                  <a:schemeClr val="tx1">
                    <a:lumMod val="50000"/>
                    <a:lumOff val="50000"/>
                  </a:schemeClr>
                </a:solidFill>
              </a:rPr>
              <a:t>Enter your Username and Password</a:t>
            </a:r>
          </a:p>
          <a:p>
            <a:pPr marL="285750" indent="-285750">
              <a:lnSpc>
                <a:spcPct val="90000"/>
              </a:lnSpc>
              <a:buFont typeface="Wingdings" panose="05000000000000000000" pitchFamily="2" charset="2"/>
              <a:buChar char="§"/>
            </a:pPr>
            <a:endParaRPr lang="en-GB" sz="1600" kern="0" dirty="0">
              <a:solidFill>
                <a:schemeClr val="tx1">
                  <a:lumMod val="50000"/>
                  <a:lumOff val="50000"/>
                </a:schemeClr>
              </a:solidFill>
            </a:endParaRPr>
          </a:p>
          <a:p>
            <a:pPr marL="285750" indent="-285750">
              <a:lnSpc>
                <a:spcPct val="90000"/>
              </a:lnSpc>
              <a:buFont typeface="Wingdings" panose="05000000000000000000" pitchFamily="2" charset="2"/>
              <a:buChar char="§"/>
            </a:pPr>
            <a:r>
              <a:rPr lang="en-GB" sz="1600" kern="0" dirty="0">
                <a:solidFill>
                  <a:schemeClr val="tx1">
                    <a:lumMod val="50000"/>
                    <a:lumOff val="50000"/>
                  </a:schemeClr>
                </a:solidFill>
              </a:rPr>
              <a:t>Carry out the CAPTCHA validation check</a:t>
            </a:r>
          </a:p>
          <a:p>
            <a:pPr marL="285750" indent="-285750">
              <a:lnSpc>
                <a:spcPct val="90000"/>
              </a:lnSpc>
              <a:buFont typeface="Wingdings" panose="05000000000000000000" pitchFamily="2" charset="2"/>
              <a:buChar char="§"/>
            </a:pPr>
            <a:endParaRPr lang="en-GB" sz="1600" kern="0" dirty="0">
              <a:solidFill>
                <a:schemeClr val="tx1">
                  <a:lumMod val="50000"/>
                  <a:lumOff val="50000"/>
                </a:schemeClr>
              </a:solidFill>
            </a:endParaRPr>
          </a:p>
          <a:p>
            <a:pPr marL="285750" indent="-285750">
              <a:lnSpc>
                <a:spcPct val="90000"/>
              </a:lnSpc>
              <a:buFont typeface="Wingdings" panose="05000000000000000000" pitchFamily="2" charset="2"/>
              <a:buChar char="§"/>
            </a:pPr>
            <a:r>
              <a:rPr lang="en-GB" sz="1600" kern="0" dirty="0">
                <a:solidFill>
                  <a:schemeClr val="tx1">
                    <a:lumMod val="50000"/>
                    <a:lumOff val="50000"/>
                  </a:schemeClr>
                </a:solidFill>
              </a:rPr>
              <a:t>Click the Sign In button</a:t>
            </a:r>
          </a:p>
          <a:p>
            <a:pPr algn="l">
              <a:lnSpc>
                <a:spcPct val="90000"/>
              </a:lnSpc>
            </a:pPr>
            <a:endParaRPr lang="en-GB" sz="2000" b="0" kern="0" dirty="0">
              <a:solidFill>
                <a:schemeClr val="tx1">
                  <a:lumMod val="50000"/>
                  <a:lumOff val="50000"/>
                </a:schemeClr>
              </a:solidFill>
            </a:endParaRPr>
          </a:p>
        </p:txBody>
      </p:sp>
      <p:pic>
        <p:nvPicPr>
          <p:cNvPr id="3" name="Picture 2">
            <a:extLst>
              <a:ext uri="{FF2B5EF4-FFF2-40B4-BE49-F238E27FC236}">
                <a16:creationId xmlns:a16="http://schemas.microsoft.com/office/drawing/2014/main" id="{DF61D851-CEA0-0A66-BB17-3E2A09487743}"/>
              </a:ext>
            </a:extLst>
          </p:cNvPr>
          <p:cNvPicPr>
            <a:picLocks noChangeAspect="1"/>
          </p:cNvPicPr>
          <p:nvPr/>
        </p:nvPicPr>
        <p:blipFill>
          <a:blip r:embed="rId2"/>
          <a:stretch>
            <a:fillRect/>
          </a:stretch>
        </p:blipFill>
        <p:spPr>
          <a:xfrm>
            <a:off x="7514376" y="1216729"/>
            <a:ext cx="3163002" cy="4691703"/>
          </a:xfrm>
          <a:prstGeom prst="rect">
            <a:avLst/>
          </a:prstGeom>
        </p:spPr>
      </p:pic>
    </p:spTree>
    <p:extLst>
      <p:ext uri="{BB962C8B-B14F-4D97-AF65-F5344CB8AC3E}">
        <p14:creationId xmlns:p14="http://schemas.microsoft.com/office/powerpoint/2010/main" val="2868964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B4B58578-F4A4-4101-9325-B61CC832277C}"/>
              </a:ext>
            </a:extLst>
          </p:cNvPr>
          <p:cNvSpPr>
            <a:spLocks noGrp="1"/>
          </p:cNvSpPr>
          <p:nvPr>
            <p:ph type="body" sz="quarter" idx="58"/>
          </p:nvPr>
        </p:nvSpPr>
        <p:spPr/>
        <p:txBody>
          <a:bodyPr/>
          <a:lstStyle/>
          <a:p>
            <a:endParaRPr lang="en-GB"/>
          </a:p>
        </p:txBody>
      </p:sp>
      <p:sp>
        <p:nvSpPr>
          <p:cNvPr id="10" name="Text Placeholder 9">
            <a:extLst>
              <a:ext uri="{FF2B5EF4-FFF2-40B4-BE49-F238E27FC236}">
                <a16:creationId xmlns:a16="http://schemas.microsoft.com/office/drawing/2014/main" id="{ECE93E52-9EC4-4DAE-A222-6160DA5454EA}"/>
              </a:ext>
            </a:extLst>
          </p:cNvPr>
          <p:cNvSpPr>
            <a:spLocks noGrp="1"/>
          </p:cNvSpPr>
          <p:nvPr>
            <p:ph type="body" sz="quarter" idx="59"/>
          </p:nvPr>
        </p:nvSpPr>
        <p:spPr/>
        <p:txBody>
          <a:bodyPr/>
          <a:lstStyle/>
          <a:p>
            <a:endParaRPr lang="en-GB"/>
          </a:p>
        </p:txBody>
      </p:sp>
      <p:sp>
        <p:nvSpPr>
          <p:cNvPr id="7" name="Text Placeholder 2">
            <a:extLst>
              <a:ext uri="{FF2B5EF4-FFF2-40B4-BE49-F238E27FC236}">
                <a16:creationId xmlns:a16="http://schemas.microsoft.com/office/drawing/2014/main" id="{957247EC-15D6-4791-A19D-5E2C5959D351}"/>
              </a:ext>
            </a:extLst>
          </p:cNvPr>
          <p:cNvSpPr>
            <a:spLocks noGrp="1"/>
          </p:cNvSpPr>
          <p:nvPr>
            <p:ph type="body" sz="quarter" idx="14"/>
          </p:nvPr>
        </p:nvSpPr>
        <p:spPr>
          <a:xfrm>
            <a:off x="510293" y="486724"/>
            <a:ext cx="8036178" cy="457056"/>
          </a:xfrm>
        </p:spPr>
        <p:txBody>
          <a:bodyPr/>
          <a:lstStyle/>
          <a:p>
            <a:r>
              <a:rPr lang="en-GB" dirty="0"/>
              <a:t>Obtaining Job Information</a:t>
            </a:r>
          </a:p>
          <a:p>
            <a:endParaRPr lang="en-GB" dirty="0"/>
          </a:p>
        </p:txBody>
      </p:sp>
      <p:sp>
        <p:nvSpPr>
          <p:cNvPr id="2" name="TextBox 1">
            <a:extLst>
              <a:ext uri="{FF2B5EF4-FFF2-40B4-BE49-F238E27FC236}">
                <a16:creationId xmlns:a16="http://schemas.microsoft.com/office/drawing/2014/main" id="{7D4026AF-F6E4-6DB1-98DF-5FEB11B15B18}"/>
              </a:ext>
            </a:extLst>
          </p:cNvPr>
          <p:cNvSpPr txBox="1"/>
          <p:nvPr/>
        </p:nvSpPr>
        <p:spPr>
          <a:xfrm>
            <a:off x="600001" y="1216729"/>
            <a:ext cx="6602658" cy="5154545"/>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t" anchorCtr="0">
            <a:noAutofit/>
          </a:bodyPr>
          <a:lstStyle/>
          <a:p>
            <a:pPr>
              <a:lnSpc>
                <a:spcPct val="90000"/>
              </a:lnSpc>
            </a:pPr>
            <a:r>
              <a:rPr lang="en-GB" b="1" kern="0" dirty="0">
                <a:solidFill>
                  <a:schemeClr val="tx1">
                    <a:lumMod val="50000"/>
                    <a:lumOff val="50000"/>
                  </a:schemeClr>
                </a:solidFill>
              </a:rPr>
              <a:t>Search Criteria</a:t>
            </a:r>
          </a:p>
          <a:p>
            <a:pPr algn="l">
              <a:lnSpc>
                <a:spcPct val="90000"/>
              </a:lnSpc>
            </a:pPr>
            <a:endParaRPr lang="en-GB" sz="1600" b="0" kern="0" dirty="0">
              <a:solidFill>
                <a:schemeClr val="tx1">
                  <a:lumMod val="50000"/>
                  <a:lumOff val="50000"/>
                </a:schemeClr>
              </a:solidFill>
            </a:endParaRPr>
          </a:p>
        </p:txBody>
      </p:sp>
      <p:pic>
        <p:nvPicPr>
          <p:cNvPr id="4" name="Picture 3">
            <a:extLst>
              <a:ext uri="{FF2B5EF4-FFF2-40B4-BE49-F238E27FC236}">
                <a16:creationId xmlns:a16="http://schemas.microsoft.com/office/drawing/2014/main" id="{79EBCCB9-D2EB-ACB7-1444-1E6718E55279}"/>
              </a:ext>
            </a:extLst>
          </p:cNvPr>
          <p:cNvPicPr>
            <a:picLocks noChangeAspect="1"/>
          </p:cNvPicPr>
          <p:nvPr/>
        </p:nvPicPr>
        <p:blipFill rotWithShape="1">
          <a:blip r:embed="rId2"/>
          <a:srcRect b="31898"/>
          <a:stretch/>
        </p:blipFill>
        <p:spPr>
          <a:xfrm>
            <a:off x="1496937" y="2101747"/>
            <a:ext cx="2121535" cy="2308860"/>
          </a:xfrm>
          <a:prstGeom prst="rect">
            <a:avLst/>
          </a:prstGeom>
        </p:spPr>
      </p:pic>
      <p:pic>
        <p:nvPicPr>
          <p:cNvPr id="5" name="Picture 4">
            <a:extLst>
              <a:ext uri="{FF2B5EF4-FFF2-40B4-BE49-F238E27FC236}">
                <a16:creationId xmlns:a16="http://schemas.microsoft.com/office/drawing/2014/main" id="{2D4C21C2-F65B-5674-BC6A-442AEDA30C91}"/>
              </a:ext>
            </a:extLst>
          </p:cNvPr>
          <p:cNvPicPr>
            <a:picLocks noChangeAspect="1"/>
          </p:cNvPicPr>
          <p:nvPr/>
        </p:nvPicPr>
        <p:blipFill>
          <a:blip r:embed="rId3"/>
          <a:stretch>
            <a:fillRect/>
          </a:stretch>
        </p:blipFill>
        <p:spPr>
          <a:xfrm>
            <a:off x="5081124" y="2101747"/>
            <a:ext cx="2121535" cy="2308860"/>
          </a:xfrm>
          <a:prstGeom prst="rect">
            <a:avLst/>
          </a:prstGeom>
        </p:spPr>
      </p:pic>
      <p:pic>
        <p:nvPicPr>
          <p:cNvPr id="6" name="Picture 5">
            <a:extLst>
              <a:ext uri="{FF2B5EF4-FFF2-40B4-BE49-F238E27FC236}">
                <a16:creationId xmlns:a16="http://schemas.microsoft.com/office/drawing/2014/main" id="{CA5310DD-30E6-BA6B-34AB-1088AD55ADDF}"/>
              </a:ext>
            </a:extLst>
          </p:cNvPr>
          <p:cNvPicPr>
            <a:picLocks noChangeAspect="1"/>
          </p:cNvPicPr>
          <p:nvPr/>
        </p:nvPicPr>
        <p:blipFill rotWithShape="1">
          <a:blip r:embed="rId4"/>
          <a:srcRect b="4340"/>
          <a:stretch/>
        </p:blipFill>
        <p:spPr>
          <a:xfrm>
            <a:off x="8573528" y="2095482"/>
            <a:ext cx="2121535" cy="3397038"/>
          </a:xfrm>
          <a:prstGeom prst="rect">
            <a:avLst/>
          </a:prstGeom>
        </p:spPr>
      </p:pic>
      <p:sp>
        <p:nvSpPr>
          <p:cNvPr id="8" name="TextBox 7">
            <a:extLst>
              <a:ext uri="{FF2B5EF4-FFF2-40B4-BE49-F238E27FC236}">
                <a16:creationId xmlns:a16="http://schemas.microsoft.com/office/drawing/2014/main" id="{F5B068E4-0526-4AC1-62F0-0BA3D4668B88}"/>
              </a:ext>
            </a:extLst>
          </p:cNvPr>
          <p:cNvSpPr txBox="1"/>
          <p:nvPr/>
        </p:nvSpPr>
        <p:spPr>
          <a:xfrm>
            <a:off x="1209822" y="4656406"/>
            <a:ext cx="2518116" cy="1714868"/>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t" anchorCtr="0">
            <a:noAutofit/>
          </a:bodyPr>
          <a:lstStyle/>
          <a:p>
            <a:pPr algn="l">
              <a:lnSpc>
                <a:spcPct val="90000"/>
              </a:lnSpc>
            </a:pPr>
            <a:endParaRPr lang="en-GB" sz="1600" b="0" kern="0" dirty="0">
              <a:solidFill>
                <a:schemeClr val="tx1">
                  <a:lumMod val="50000"/>
                  <a:lumOff val="50000"/>
                </a:schemeClr>
              </a:solidFill>
            </a:endParaRPr>
          </a:p>
        </p:txBody>
      </p:sp>
      <p:sp>
        <p:nvSpPr>
          <p:cNvPr id="11" name="TextBox 10">
            <a:extLst>
              <a:ext uri="{FF2B5EF4-FFF2-40B4-BE49-F238E27FC236}">
                <a16:creationId xmlns:a16="http://schemas.microsoft.com/office/drawing/2014/main" id="{51FE8F25-2427-FFE8-476A-6982A00973EB}"/>
              </a:ext>
            </a:extLst>
          </p:cNvPr>
          <p:cNvSpPr txBox="1"/>
          <p:nvPr/>
        </p:nvSpPr>
        <p:spPr>
          <a:xfrm>
            <a:off x="1392702" y="4656406"/>
            <a:ext cx="2225770" cy="1714868"/>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t" anchorCtr="0">
            <a:noAutofit/>
          </a:bodyPr>
          <a:lstStyle/>
          <a:p>
            <a:pPr algn="ctr">
              <a:lnSpc>
                <a:spcPct val="90000"/>
              </a:lnSpc>
            </a:pPr>
            <a:r>
              <a:rPr lang="en-GB" sz="1600" kern="0" dirty="0">
                <a:solidFill>
                  <a:schemeClr val="tx1">
                    <a:lumMod val="50000"/>
                    <a:lumOff val="50000"/>
                  </a:schemeClr>
                </a:solidFill>
              </a:rPr>
              <a:t>Once you have signed in you will be presented with a search option</a:t>
            </a:r>
            <a:endParaRPr lang="en-GB" sz="1600" b="0" kern="0" dirty="0">
              <a:solidFill>
                <a:schemeClr val="tx1">
                  <a:lumMod val="50000"/>
                  <a:lumOff val="50000"/>
                </a:schemeClr>
              </a:solidFill>
            </a:endParaRPr>
          </a:p>
          <a:p>
            <a:pPr algn="ctr">
              <a:lnSpc>
                <a:spcPct val="90000"/>
              </a:lnSpc>
            </a:pPr>
            <a:endParaRPr lang="en-GB" sz="1600" b="0" kern="0" dirty="0">
              <a:solidFill>
                <a:schemeClr val="tx1">
                  <a:lumMod val="50000"/>
                  <a:lumOff val="50000"/>
                </a:schemeClr>
              </a:solidFill>
            </a:endParaRPr>
          </a:p>
          <a:p>
            <a:pPr algn="ctr">
              <a:lnSpc>
                <a:spcPct val="90000"/>
              </a:lnSpc>
            </a:pPr>
            <a:r>
              <a:rPr lang="en-GB" sz="1600" b="0" kern="0" dirty="0">
                <a:solidFill>
                  <a:schemeClr val="tx1">
                    <a:lumMod val="50000"/>
                    <a:lumOff val="50000"/>
                  </a:schemeClr>
                </a:solidFill>
              </a:rPr>
              <a:t>A </a:t>
            </a:r>
            <a:r>
              <a:rPr lang="en-GB" sz="1600" kern="0" dirty="0">
                <a:solidFill>
                  <a:schemeClr val="tx1">
                    <a:lumMod val="50000"/>
                    <a:lumOff val="50000"/>
                  </a:schemeClr>
                </a:solidFill>
              </a:rPr>
              <a:t>drop down field gives you the choice of searching by Service Order or MPxN</a:t>
            </a:r>
            <a:r>
              <a:rPr lang="en-GB" sz="1600" b="0" kern="0" dirty="0">
                <a:solidFill>
                  <a:schemeClr val="tx1">
                    <a:lumMod val="50000"/>
                    <a:lumOff val="50000"/>
                  </a:schemeClr>
                </a:solidFill>
              </a:rPr>
              <a:t> </a:t>
            </a:r>
          </a:p>
          <a:p>
            <a:pPr algn="l">
              <a:lnSpc>
                <a:spcPct val="90000"/>
              </a:lnSpc>
            </a:pPr>
            <a:endParaRPr lang="en-GB" sz="1400" b="0" kern="0" dirty="0">
              <a:solidFill>
                <a:schemeClr val="tx1">
                  <a:lumMod val="50000"/>
                  <a:lumOff val="50000"/>
                </a:schemeClr>
              </a:solidFill>
            </a:endParaRPr>
          </a:p>
        </p:txBody>
      </p:sp>
      <p:sp>
        <p:nvSpPr>
          <p:cNvPr id="12" name="TextBox 11">
            <a:extLst>
              <a:ext uri="{FF2B5EF4-FFF2-40B4-BE49-F238E27FC236}">
                <a16:creationId xmlns:a16="http://schemas.microsoft.com/office/drawing/2014/main" id="{6778D499-B222-D71F-2FC9-2F0DA6B8D8AF}"/>
              </a:ext>
            </a:extLst>
          </p:cNvPr>
          <p:cNvSpPr txBox="1"/>
          <p:nvPr/>
        </p:nvSpPr>
        <p:spPr>
          <a:xfrm>
            <a:off x="5081124" y="4656406"/>
            <a:ext cx="2121535" cy="1505241"/>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t" anchorCtr="0">
            <a:noAutofit/>
          </a:bodyPr>
          <a:lstStyle/>
          <a:p>
            <a:pPr algn="ctr">
              <a:lnSpc>
                <a:spcPct val="90000"/>
              </a:lnSpc>
            </a:pPr>
            <a:r>
              <a:rPr lang="en-GB" sz="1600" kern="0" dirty="0">
                <a:solidFill>
                  <a:schemeClr val="tx1">
                    <a:lumMod val="50000"/>
                    <a:lumOff val="50000"/>
                  </a:schemeClr>
                </a:solidFill>
              </a:rPr>
              <a:t>Enter the relevant information for your chosen search criteria and click ‘Search’</a:t>
            </a:r>
            <a:endParaRPr lang="en-GB" sz="1600" b="0" kern="0" dirty="0">
              <a:solidFill>
                <a:schemeClr val="tx1">
                  <a:lumMod val="50000"/>
                  <a:lumOff val="50000"/>
                </a:schemeClr>
              </a:solidFill>
            </a:endParaRPr>
          </a:p>
          <a:p>
            <a:pPr algn="ctr">
              <a:lnSpc>
                <a:spcPct val="90000"/>
              </a:lnSpc>
            </a:pPr>
            <a:endParaRPr lang="en-GB" sz="1600" b="0" kern="0" dirty="0">
              <a:solidFill>
                <a:schemeClr val="tx1">
                  <a:lumMod val="50000"/>
                  <a:lumOff val="50000"/>
                </a:schemeClr>
              </a:solidFill>
            </a:endParaRPr>
          </a:p>
        </p:txBody>
      </p:sp>
      <p:sp>
        <p:nvSpPr>
          <p:cNvPr id="13" name="TextBox 12">
            <a:extLst>
              <a:ext uri="{FF2B5EF4-FFF2-40B4-BE49-F238E27FC236}">
                <a16:creationId xmlns:a16="http://schemas.microsoft.com/office/drawing/2014/main" id="{D3C7158F-EBE4-E00F-3E9B-F6616F24080A}"/>
              </a:ext>
            </a:extLst>
          </p:cNvPr>
          <p:cNvSpPr txBox="1"/>
          <p:nvPr/>
        </p:nvSpPr>
        <p:spPr>
          <a:xfrm>
            <a:off x="6794695" y="2813538"/>
            <a:ext cx="984739" cy="436099"/>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b" anchorCtr="0">
            <a:noAutofit/>
          </a:bodyPr>
          <a:lstStyle/>
          <a:p>
            <a:pPr algn="l">
              <a:lnSpc>
                <a:spcPct val="90000"/>
              </a:lnSpc>
            </a:pPr>
            <a:endParaRPr lang="en-GB" sz="3200" b="0" kern="0" dirty="0">
              <a:solidFill>
                <a:schemeClr val="tx1">
                  <a:lumMod val="50000"/>
                  <a:lumOff val="50000"/>
                </a:schemeClr>
              </a:solidFill>
            </a:endParaRPr>
          </a:p>
        </p:txBody>
      </p:sp>
      <p:sp>
        <p:nvSpPr>
          <p:cNvPr id="14" name="TextBox 13">
            <a:extLst>
              <a:ext uri="{FF2B5EF4-FFF2-40B4-BE49-F238E27FC236}">
                <a16:creationId xmlns:a16="http://schemas.microsoft.com/office/drawing/2014/main" id="{E18B0EC2-9BEC-2619-D5BE-AF96640ABE47}"/>
              </a:ext>
            </a:extLst>
          </p:cNvPr>
          <p:cNvSpPr txBox="1"/>
          <p:nvPr/>
        </p:nvSpPr>
        <p:spPr>
          <a:xfrm>
            <a:off x="8546471" y="5641271"/>
            <a:ext cx="2148592" cy="866463"/>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t" anchorCtr="0">
            <a:noAutofit/>
          </a:bodyPr>
          <a:lstStyle/>
          <a:p>
            <a:pPr algn="ctr">
              <a:lnSpc>
                <a:spcPct val="90000"/>
              </a:lnSpc>
            </a:pPr>
            <a:r>
              <a:rPr lang="en-GB" sz="1600" kern="0" dirty="0">
                <a:solidFill>
                  <a:schemeClr val="tx1">
                    <a:lumMod val="50000"/>
                    <a:lumOff val="50000"/>
                  </a:schemeClr>
                </a:solidFill>
              </a:rPr>
              <a:t>This will return the customer details in the main screen</a:t>
            </a:r>
          </a:p>
          <a:p>
            <a:pPr algn="ctr">
              <a:lnSpc>
                <a:spcPct val="90000"/>
              </a:lnSpc>
            </a:pPr>
            <a:endParaRPr lang="en-GB" sz="1600" b="0" kern="0" dirty="0">
              <a:solidFill>
                <a:schemeClr val="tx1">
                  <a:lumMod val="50000"/>
                  <a:lumOff val="50000"/>
                </a:schemeClr>
              </a:solidFill>
            </a:endParaRPr>
          </a:p>
        </p:txBody>
      </p:sp>
    </p:spTree>
    <p:extLst>
      <p:ext uri="{BB962C8B-B14F-4D97-AF65-F5344CB8AC3E}">
        <p14:creationId xmlns:p14="http://schemas.microsoft.com/office/powerpoint/2010/main" val="3111966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CAEA5F2-87CE-48CB-90DB-2757A40078C3}"/>
              </a:ext>
            </a:extLst>
          </p:cNvPr>
          <p:cNvSpPr>
            <a:spLocks noGrp="1"/>
          </p:cNvSpPr>
          <p:nvPr>
            <p:ph type="body" sz="quarter" idx="14"/>
          </p:nvPr>
        </p:nvSpPr>
        <p:spPr>
          <a:xfrm>
            <a:off x="510293" y="486724"/>
            <a:ext cx="8198278" cy="457056"/>
          </a:xfrm>
        </p:spPr>
        <p:txBody>
          <a:bodyPr/>
          <a:lstStyle/>
          <a:p>
            <a:r>
              <a:rPr lang="en-GB" dirty="0"/>
              <a:t>How to use:  Location Based Service Solution (Slide 1)</a:t>
            </a:r>
          </a:p>
        </p:txBody>
      </p:sp>
      <p:sp>
        <p:nvSpPr>
          <p:cNvPr id="80" name="Marcador de texto 2">
            <a:extLst>
              <a:ext uri="{FF2B5EF4-FFF2-40B4-BE49-F238E27FC236}">
                <a16:creationId xmlns:a16="http://schemas.microsoft.com/office/drawing/2014/main" id="{17E4F17D-04CA-40E4-8105-1663B23BA13B}"/>
              </a:ext>
            </a:extLst>
          </p:cNvPr>
          <p:cNvSpPr>
            <a:spLocks noGrp="1"/>
          </p:cNvSpPr>
          <p:nvPr/>
        </p:nvSpPr>
        <p:spPr>
          <a:xfrm>
            <a:off x="581893" y="1094606"/>
            <a:ext cx="11592000" cy="0"/>
          </a:xfrm>
          <a:prstGeom prst="rect">
            <a:avLst/>
          </a:prstGeom>
          <a:solidFill>
            <a:schemeClr val="bg1">
              <a:lumMod val="75000"/>
            </a:schemeClr>
          </a:solidFill>
          <a:ln w="6350">
            <a:solidFill>
              <a:schemeClr val="bg1">
                <a:lumMod val="75000"/>
              </a:schemeClr>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00" kern="1200">
                <a:solidFill>
                  <a:schemeClr val="bg1">
                    <a:alpha val="0"/>
                  </a:schemeClr>
                </a:solidFill>
                <a:latin typeface="Lato Light" panose="020F030202020403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Light" panose="020F030202020403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Light" panose="020F030202020403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Light" panose="020F030202020403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Light" panose="020F030202020403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GB" sz="100" b="0" i="0" u="none" strike="noStrike" kern="1200" cap="none" spc="0" normalizeH="0" baseline="0" noProof="0" dirty="0">
              <a:ln>
                <a:noFill/>
              </a:ln>
              <a:solidFill>
                <a:prstClr val="white">
                  <a:alpha val="0"/>
                </a:prstClr>
              </a:solidFill>
              <a:effectLst/>
              <a:uLnTx/>
              <a:uFillTx/>
              <a:latin typeface="Lato Light" panose="020F0302020204030203" pitchFamily="34" charset="0"/>
              <a:ea typeface="+mn-ea"/>
              <a:cs typeface="+mn-cs"/>
            </a:endParaRPr>
          </a:p>
        </p:txBody>
      </p:sp>
      <p:sp>
        <p:nvSpPr>
          <p:cNvPr id="81" name="Marcador de texto 3">
            <a:extLst>
              <a:ext uri="{FF2B5EF4-FFF2-40B4-BE49-F238E27FC236}">
                <a16:creationId xmlns:a16="http://schemas.microsoft.com/office/drawing/2014/main" id="{1C4628E0-E9B5-4AF5-8966-C52CF12F5C73}"/>
              </a:ext>
            </a:extLst>
          </p:cNvPr>
          <p:cNvSpPr>
            <a:spLocks noGrp="1"/>
          </p:cNvSpPr>
          <p:nvPr/>
        </p:nvSpPr>
        <p:spPr>
          <a:xfrm>
            <a:off x="601065" y="1080698"/>
            <a:ext cx="756000" cy="0"/>
          </a:xfrm>
          <a:prstGeom prst="rect">
            <a:avLst/>
          </a:prstGeom>
          <a:solidFill>
            <a:schemeClr val="tx2"/>
          </a:solidFill>
          <a:ln w="34925" cap="flat">
            <a:solidFill>
              <a:schemeClr val="tx2"/>
            </a:solidFill>
            <a:miter lim="800000"/>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00" kern="1200">
                <a:solidFill>
                  <a:schemeClr val="bg1">
                    <a:alpha val="0"/>
                  </a:schemeClr>
                </a:solidFill>
                <a:latin typeface="Lato Light" panose="020F030202020403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Light" panose="020F030202020403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Light" panose="020F030202020403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Light" panose="020F030202020403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Light" panose="020F030202020403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GB" sz="100" b="0" i="0" u="none" strike="noStrike" kern="1200" cap="none" spc="0" normalizeH="0" baseline="0" noProof="0" dirty="0">
              <a:ln>
                <a:noFill/>
              </a:ln>
              <a:solidFill>
                <a:prstClr val="white">
                  <a:alpha val="0"/>
                </a:prstClr>
              </a:solidFill>
              <a:effectLst/>
              <a:uLnTx/>
              <a:uFillTx/>
              <a:latin typeface="Lato Light" panose="020F0302020204030203" pitchFamily="34" charset="0"/>
              <a:ea typeface="+mn-ea"/>
              <a:cs typeface="+mn-cs"/>
            </a:endParaRPr>
          </a:p>
        </p:txBody>
      </p:sp>
      <p:sp>
        <p:nvSpPr>
          <p:cNvPr id="4" name="Rectangle 3">
            <a:extLst>
              <a:ext uri="{FF2B5EF4-FFF2-40B4-BE49-F238E27FC236}">
                <a16:creationId xmlns:a16="http://schemas.microsoft.com/office/drawing/2014/main" id="{E230991A-30F4-498F-B316-7DF247B8BDC7}"/>
              </a:ext>
            </a:extLst>
          </p:cNvPr>
          <p:cNvSpPr/>
          <p:nvPr/>
        </p:nvSpPr>
        <p:spPr>
          <a:xfrm>
            <a:off x="510293" y="1094606"/>
            <a:ext cx="11292066" cy="1311128"/>
          </a:xfrm>
          <a:prstGeom prst="rect">
            <a:avLst/>
          </a:prstGeom>
        </p:spPr>
        <p:txBody>
          <a:bodyPr wrap="square">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dirty="0">
                <a:ln>
                  <a:noFill/>
                </a:ln>
                <a:solidFill>
                  <a:prstClr val="black">
                    <a:lumMod val="50000"/>
                    <a:lumOff val="50000"/>
                  </a:prstClr>
                </a:solidFill>
                <a:effectLst/>
                <a:uLnTx/>
                <a:uFillTx/>
                <a:latin typeface="Lato Light"/>
                <a:ea typeface="+mn-ea"/>
                <a:cs typeface="+mn-cs"/>
              </a:rPr>
              <a:t>Important Info</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GB" sz="600" b="1" i="0" u="none" strike="noStrike" kern="0" cap="none" spc="0" normalizeH="0" baseline="0" noProof="0" dirty="0">
              <a:ln>
                <a:noFill/>
              </a:ln>
              <a:solidFill>
                <a:prstClr val="black">
                  <a:lumMod val="50000"/>
                  <a:lumOff val="50000"/>
                </a:prstClr>
              </a:solidFill>
              <a:effectLst/>
              <a:uLnTx/>
              <a:uFillTx/>
              <a:latin typeface="Lato Light"/>
              <a:ea typeface="+mn-ea"/>
              <a:cs typeface="+mn-cs"/>
            </a:endParaRPr>
          </a:p>
          <a:p>
            <a:pPr marL="285750" marR="0" lvl="0" indent="-285750" algn="l" defTabSz="914400" rtl="0" eaLnBrk="1" fontAlgn="auto" latinLnBrk="0" hangingPunct="1">
              <a:lnSpc>
                <a:spcPct val="90000"/>
              </a:lnSpc>
              <a:spcBef>
                <a:spcPts val="0"/>
              </a:spcBef>
              <a:spcAft>
                <a:spcPts val="0"/>
              </a:spcAft>
              <a:buClrTx/>
              <a:buSzTx/>
              <a:buFont typeface="Wingdings" panose="05000000000000000000" pitchFamily="2" charset="2"/>
              <a:buChar char="§"/>
              <a:tabLst/>
              <a:defRPr/>
            </a:pPr>
            <a:r>
              <a:rPr kumimoji="0" lang="en-GB" sz="1600" b="0" i="0" u="none" strike="noStrike" kern="0" cap="none" spc="0" normalizeH="0" baseline="0" noProof="0" dirty="0">
                <a:ln>
                  <a:noFill/>
                </a:ln>
                <a:solidFill>
                  <a:prstClr val="black">
                    <a:lumMod val="50000"/>
                    <a:lumOff val="50000"/>
                  </a:prstClr>
                </a:solidFill>
                <a:effectLst/>
                <a:uLnTx/>
                <a:uFillTx/>
                <a:latin typeface="Lato Light"/>
                <a:ea typeface="+mn-ea"/>
                <a:cs typeface="+mn-cs"/>
              </a:rPr>
              <a:t>Once you have activated this feature you must leave the App running on the screen – </a:t>
            </a:r>
            <a:r>
              <a:rPr kumimoji="0" lang="en-GB" sz="1600" b="0" i="0" u="none" strike="noStrike" kern="0" cap="none" spc="0" normalizeH="0" baseline="0" noProof="0" dirty="0">
                <a:ln>
                  <a:noFill/>
                </a:ln>
                <a:solidFill>
                  <a:srgbClr val="FF0000"/>
                </a:solidFill>
                <a:effectLst/>
                <a:uLnTx/>
                <a:uFillTx/>
                <a:latin typeface="Lato Light"/>
                <a:ea typeface="+mn-ea"/>
                <a:cs typeface="+mn-cs"/>
              </a:rPr>
              <a:t>Do not lock the device</a:t>
            </a:r>
            <a:r>
              <a:rPr kumimoji="0" lang="en-GB" sz="1600" b="0" i="0" u="none" strike="noStrike" kern="0" cap="none" spc="0" normalizeH="0" baseline="0" noProof="0" dirty="0">
                <a:ln>
                  <a:noFill/>
                </a:ln>
                <a:solidFill>
                  <a:prstClr val="black">
                    <a:lumMod val="50000"/>
                    <a:lumOff val="50000"/>
                  </a:prstClr>
                </a:solidFill>
                <a:effectLst/>
                <a:uLnTx/>
                <a:uFillTx/>
                <a:latin typeface="Lato Light"/>
                <a:ea typeface="+mn-ea"/>
                <a:cs typeface="+mn-cs"/>
              </a:rPr>
              <a:t>. </a:t>
            </a:r>
          </a:p>
          <a:p>
            <a:pPr marL="285750" marR="0" lvl="0" indent="-285750" algn="l" defTabSz="914400" rtl="0" eaLnBrk="1" fontAlgn="auto" latinLnBrk="0" hangingPunct="1">
              <a:lnSpc>
                <a:spcPct val="90000"/>
              </a:lnSpc>
              <a:spcBef>
                <a:spcPts val="0"/>
              </a:spcBef>
              <a:spcAft>
                <a:spcPts val="0"/>
              </a:spcAft>
              <a:buClrTx/>
              <a:buSzTx/>
              <a:buFont typeface="Wingdings" panose="05000000000000000000" pitchFamily="2" charset="2"/>
              <a:buChar char="§"/>
              <a:tabLst/>
              <a:defRPr/>
            </a:pPr>
            <a:r>
              <a:rPr kumimoji="0" lang="en-GB" sz="1600" b="0" i="0" u="none" strike="noStrike" kern="0" cap="none" spc="0" normalizeH="0" baseline="0" noProof="0" dirty="0">
                <a:ln>
                  <a:noFill/>
                </a:ln>
                <a:solidFill>
                  <a:prstClr val="black">
                    <a:lumMod val="50000"/>
                    <a:lumOff val="50000"/>
                  </a:prstClr>
                </a:solidFill>
                <a:effectLst/>
                <a:uLnTx/>
                <a:uFillTx/>
                <a:latin typeface="Lato Light"/>
                <a:ea typeface="+mn-ea"/>
                <a:cs typeface="+mn-cs"/>
              </a:rPr>
              <a:t>If you access a different App, or lock the screen (even if the screen times out), it will prevent the App from refreshing and the customer will not see an update of your progress to their property. </a:t>
            </a:r>
          </a:p>
          <a:p>
            <a:pPr marL="285750" marR="0" lvl="0" indent="-285750" algn="l" defTabSz="914400" rtl="0" eaLnBrk="1" fontAlgn="auto" latinLnBrk="0" hangingPunct="1">
              <a:lnSpc>
                <a:spcPct val="90000"/>
              </a:lnSpc>
              <a:spcBef>
                <a:spcPts val="0"/>
              </a:spcBef>
              <a:spcAft>
                <a:spcPts val="0"/>
              </a:spcAft>
              <a:buClrTx/>
              <a:buSzTx/>
              <a:buFont typeface="Wingdings" panose="05000000000000000000" pitchFamily="2" charset="2"/>
              <a:buChar char="§"/>
              <a:tabLst/>
              <a:defRPr/>
            </a:pPr>
            <a:r>
              <a:rPr kumimoji="0" lang="en-GB" sz="1600" b="0" i="0" u="none" strike="noStrike" kern="0" cap="none" spc="0" normalizeH="0" baseline="0" noProof="0" dirty="0">
                <a:ln>
                  <a:noFill/>
                </a:ln>
                <a:solidFill>
                  <a:prstClr val="black">
                    <a:lumMod val="50000"/>
                    <a:lumOff val="50000"/>
                  </a:prstClr>
                </a:solidFill>
                <a:effectLst/>
                <a:uLnTx/>
                <a:uFillTx/>
                <a:latin typeface="Lato Light"/>
                <a:ea typeface="+mn-ea"/>
                <a:cs typeface="+mn-cs"/>
              </a:rPr>
              <a:t>If you do access another App or lock your screen, returning to the HVA will allow your location to refresh. </a:t>
            </a:r>
          </a:p>
        </p:txBody>
      </p:sp>
      <p:pic>
        <p:nvPicPr>
          <p:cNvPr id="8" name="Picture 7">
            <a:extLst>
              <a:ext uri="{FF2B5EF4-FFF2-40B4-BE49-F238E27FC236}">
                <a16:creationId xmlns:a16="http://schemas.microsoft.com/office/drawing/2014/main" id="{AFBC7A80-C918-312E-4D3C-59D141F1E148}"/>
              </a:ext>
            </a:extLst>
          </p:cNvPr>
          <p:cNvPicPr>
            <a:picLocks noChangeAspect="1"/>
          </p:cNvPicPr>
          <p:nvPr/>
        </p:nvPicPr>
        <p:blipFill>
          <a:blip r:embed="rId2"/>
          <a:stretch>
            <a:fillRect/>
          </a:stretch>
        </p:blipFill>
        <p:spPr>
          <a:xfrm>
            <a:off x="4765671" y="2858541"/>
            <a:ext cx="1828800" cy="2943225"/>
          </a:xfrm>
          <a:prstGeom prst="rect">
            <a:avLst/>
          </a:prstGeom>
        </p:spPr>
      </p:pic>
      <p:pic>
        <p:nvPicPr>
          <p:cNvPr id="9" name="Picture 8">
            <a:extLst>
              <a:ext uri="{FF2B5EF4-FFF2-40B4-BE49-F238E27FC236}">
                <a16:creationId xmlns:a16="http://schemas.microsoft.com/office/drawing/2014/main" id="{6BADAAB6-DEF0-EEBD-4495-C8892DB2639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 r="-6509" b="17614"/>
          <a:stretch/>
        </p:blipFill>
        <p:spPr bwMode="auto">
          <a:xfrm>
            <a:off x="7855118" y="2858540"/>
            <a:ext cx="1828799" cy="2943225"/>
          </a:xfrm>
          <a:prstGeom prst="rect">
            <a:avLst/>
          </a:prstGeom>
          <a:noFill/>
          <a:ln>
            <a:noFill/>
          </a:ln>
        </p:spPr>
      </p:pic>
      <p:sp>
        <p:nvSpPr>
          <p:cNvPr id="11" name="Rectangle 10">
            <a:extLst>
              <a:ext uri="{FF2B5EF4-FFF2-40B4-BE49-F238E27FC236}">
                <a16:creationId xmlns:a16="http://schemas.microsoft.com/office/drawing/2014/main" id="{CE4A5391-9210-4610-43B5-66857887CE48}"/>
              </a:ext>
            </a:extLst>
          </p:cNvPr>
          <p:cNvSpPr/>
          <p:nvPr/>
        </p:nvSpPr>
        <p:spPr>
          <a:xfrm>
            <a:off x="4756587" y="4452267"/>
            <a:ext cx="1790824" cy="35508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Lato Light"/>
              <a:ea typeface="+mn-ea"/>
              <a:cs typeface="+mn-cs"/>
            </a:endParaRPr>
          </a:p>
        </p:txBody>
      </p:sp>
      <p:sp>
        <p:nvSpPr>
          <p:cNvPr id="5" name="Rectangle 4">
            <a:extLst>
              <a:ext uri="{FF2B5EF4-FFF2-40B4-BE49-F238E27FC236}">
                <a16:creationId xmlns:a16="http://schemas.microsoft.com/office/drawing/2014/main" id="{95542CCA-B4A3-94AA-6A45-FC50D3F6F45B}"/>
              </a:ext>
            </a:extLst>
          </p:cNvPr>
          <p:cNvSpPr/>
          <p:nvPr/>
        </p:nvSpPr>
        <p:spPr>
          <a:xfrm>
            <a:off x="6232083" y="2487187"/>
            <a:ext cx="2176135" cy="313932"/>
          </a:xfrm>
          <a:prstGeom prst="rect">
            <a:avLst/>
          </a:prstGeom>
        </p:spPr>
        <p:txBody>
          <a:bodyPr wrap="square">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GB" sz="1600" b="1" i="0" u="none" strike="noStrike" kern="0" cap="none" spc="0" normalizeH="0" baseline="0" noProof="0" dirty="0">
                <a:ln>
                  <a:noFill/>
                </a:ln>
                <a:solidFill>
                  <a:prstClr val="black">
                    <a:lumMod val="50000"/>
                    <a:lumOff val="50000"/>
                  </a:prstClr>
                </a:solidFill>
                <a:effectLst/>
                <a:uLnTx/>
                <a:uFillTx/>
                <a:latin typeface="Lato Light"/>
                <a:ea typeface="+mn-ea"/>
                <a:cs typeface="+mn-cs"/>
              </a:rPr>
              <a:t>Start Sharing Location</a:t>
            </a:r>
            <a:endParaRPr kumimoji="0" lang="en-GB" sz="600" b="1" i="0" u="none" strike="noStrike" kern="0" cap="none" spc="0" normalizeH="0" baseline="0" noProof="0" dirty="0">
              <a:ln>
                <a:noFill/>
              </a:ln>
              <a:solidFill>
                <a:prstClr val="black">
                  <a:lumMod val="50000"/>
                  <a:lumOff val="50000"/>
                </a:prstClr>
              </a:solidFill>
              <a:effectLst/>
              <a:uLnTx/>
              <a:uFillTx/>
              <a:latin typeface="Lato Light"/>
              <a:ea typeface="+mn-ea"/>
              <a:cs typeface="+mn-cs"/>
            </a:endParaRPr>
          </a:p>
        </p:txBody>
      </p:sp>
      <p:sp>
        <p:nvSpPr>
          <p:cNvPr id="6" name="Rectangle 5">
            <a:extLst>
              <a:ext uri="{FF2B5EF4-FFF2-40B4-BE49-F238E27FC236}">
                <a16:creationId xmlns:a16="http://schemas.microsoft.com/office/drawing/2014/main" id="{C26DD032-74D8-2AB6-007A-7B1D0FD61785}"/>
              </a:ext>
            </a:extLst>
          </p:cNvPr>
          <p:cNvSpPr/>
          <p:nvPr/>
        </p:nvSpPr>
        <p:spPr>
          <a:xfrm>
            <a:off x="7855118" y="4897947"/>
            <a:ext cx="1758632" cy="31393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Lato Light"/>
              <a:ea typeface="+mn-ea"/>
              <a:cs typeface="+mn-cs"/>
            </a:endParaRPr>
          </a:p>
        </p:txBody>
      </p:sp>
      <p:sp>
        <p:nvSpPr>
          <p:cNvPr id="10" name="TextBox 9">
            <a:extLst>
              <a:ext uri="{FF2B5EF4-FFF2-40B4-BE49-F238E27FC236}">
                <a16:creationId xmlns:a16="http://schemas.microsoft.com/office/drawing/2014/main" id="{C04A7E00-4C47-3434-6577-3149C4E35D6B}"/>
              </a:ext>
            </a:extLst>
          </p:cNvPr>
          <p:cNvSpPr txBox="1"/>
          <p:nvPr/>
        </p:nvSpPr>
        <p:spPr>
          <a:xfrm>
            <a:off x="510293" y="2492187"/>
            <a:ext cx="3778442" cy="2086725"/>
          </a:xfrm>
          <a:prstGeom prst="rect">
            <a:avLst/>
          </a:prstGeom>
          <a:noFill/>
          <a:ln w="3175">
            <a:miter lim="400000"/>
          </a:ln>
          <a:extLst>
            <a:ext uri="{C572A759-6A51-4108-AA02-DFA0A04FC94B}">
              <ma14:wrappingTextBoxFlag xmlns="" xmlns:ma14="http://schemas.microsoft.com/office/mac/drawingml/2011/main" val="1"/>
            </a:ext>
          </a:extLst>
        </p:spPr>
        <p:txBody>
          <a:bodyPr wrap="square">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GB" sz="1600" b="1" i="0" u="none" strike="noStrike" kern="0" cap="none" spc="0" normalizeH="0" baseline="0" noProof="0" dirty="0">
                <a:ln>
                  <a:noFill/>
                </a:ln>
                <a:solidFill>
                  <a:prstClr val="black">
                    <a:lumMod val="50000"/>
                    <a:lumOff val="50000"/>
                  </a:prstClr>
                </a:solidFill>
                <a:effectLst/>
                <a:uLnTx/>
                <a:uFillTx/>
                <a:latin typeface="Lato Light"/>
                <a:ea typeface="+mn-ea"/>
                <a:cs typeface="+mn-cs"/>
              </a:rPr>
              <a:t>Where and When to Use</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GB" sz="1600" b="1" i="0" u="none" strike="noStrike" kern="0" cap="none" spc="0" normalizeH="0" baseline="0" noProof="0" dirty="0">
              <a:ln>
                <a:noFill/>
              </a:ln>
              <a:solidFill>
                <a:prstClr val="black">
                  <a:lumMod val="50000"/>
                  <a:lumOff val="50000"/>
                </a:prstClr>
              </a:solidFill>
              <a:effectLst/>
              <a:uLnTx/>
              <a:uFillTx/>
              <a:latin typeface="Lato Light"/>
              <a:ea typeface="+mn-ea"/>
              <a:cs typeface="+mn-cs"/>
            </a:endParaRPr>
          </a:p>
          <a:p>
            <a:pPr marL="342900" marR="0" lvl="0" indent="-342900" algn="l" defTabSz="914400" rtl="0" eaLnBrk="1" fontAlgn="auto" latinLnBrk="0" hangingPunct="1">
              <a:lnSpc>
                <a:spcPct val="90000"/>
              </a:lnSpc>
              <a:spcBef>
                <a:spcPts val="0"/>
              </a:spcBef>
              <a:spcAft>
                <a:spcPts val="0"/>
              </a:spcAft>
              <a:buClrTx/>
              <a:buSzTx/>
              <a:buFont typeface="Wingdings" panose="05000000000000000000" pitchFamily="2" charset="2"/>
              <a:buChar char="§"/>
              <a:tabLst/>
              <a:defRPr/>
            </a:pPr>
            <a:r>
              <a:rPr kumimoji="0" lang="en-GB" sz="1600" b="0" i="0" u="none" strike="noStrike" kern="0" cap="none" spc="0" normalizeH="0" baseline="0" noProof="0" dirty="0">
                <a:ln>
                  <a:noFill/>
                </a:ln>
                <a:solidFill>
                  <a:prstClr val="black">
                    <a:lumMod val="50000"/>
                    <a:lumOff val="50000"/>
                  </a:prstClr>
                </a:solidFill>
                <a:effectLst/>
                <a:uLnTx/>
                <a:uFillTx/>
                <a:latin typeface="Lato Light"/>
                <a:ea typeface="+mn-ea"/>
                <a:cs typeface="+mn-cs"/>
              </a:rPr>
              <a:t>This functionality is designed to be used before you leave for your first/next job, it informs the customer that they are the next appointment, allows them to track your current location and provides them with an estimated arrival time.</a:t>
            </a:r>
          </a:p>
        </p:txBody>
      </p:sp>
      <p:sp>
        <p:nvSpPr>
          <p:cNvPr id="18" name="TextBox 17">
            <a:extLst>
              <a:ext uri="{FF2B5EF4-FFF2-40B4-BE49-F238E27FC236}">
                <a16:creationId xmlns:a16="http://schemas.microsoft.com/office/drawing/2014/main" id="{866436BC-0729-ED69-BB88-BAB8AD36B433}"/>
              </a:ext>
            </a:extLst>
          </p:cNvPr>
          <p:cNvSpPr txBox="1"/>
          <p:nvPr/>
        </p:nvSpPr>
        <p:spPr>
          <a:xfrm>
            <a:off x="7351518" y="5865679"/>
            <a:ext cx="2835998" cy="535531"/>
          </a:xfrm>
          <a:prstGeom prst="rect">
            <a:avLst/>
          </a:prstGeom>
          <a:noFill/>
          <a:ln w="3175">
            <a:miter lim="400000"/>
          </a:ln>
          <a:extLst>
            <a:ext uri="{C572A759-6A51-4108-AA02-DFA0A04FC94B}">
              <ma14:wrappingTextBoxFlag xmlns="" xmlns:ma14="http://schemas.microsoft.com/office/mac/drawingml/2011/main" val="1"/>
            </a:ext>
          </a:extLst>
        </p:spPr>
        <p:txBody>
          <a:bodyPr wrap="square">
            <a:spAutoFit/>
          </a:bodyPr>
          <a:lstStyle/>
          <a:p>
            <a:pPr marL="342900" marR="0" lvl="0" indent="-342900" algn="l" defTabSz="914400" rtl="0" eaLnBrk="1" fontAlgn="auto" latinLnBrk="0" hangingPunct="1">
              <a:lnSpc>
                <a:spcPct val="90000"/>
              </a:lnSpc>
              <a:spcBef>
                <a:spcPts val="0"/>
              </a:spcBef>
              <a:spcAft>
                <a:spcPts val="0"/>
              </a:spcAft>
              <a:buClrTx/>
              <a:buSzTx/>
              <a:buFont typeface="Wingdings" panose="05000000000000000000" pitchFamily="2" charset="2"/>
              <a:buChar char="§"/>
              <a:tabLst/>
              <a:defRPr/>
            </a:pPr>
            <a:r>
              <a:rPr kumimoji="0" lang="en-GB" sz="1600" b="0" i="0" u="none" strike="noStrike" kern="0" cap="none" spc="0" normalizeH="0" baseline="0" noProof="0" dirty="0">
                <a:ln>
                  <a:noFill/>
                </a:ln>
                <a:solidFill>
                  <a:prstClr val="black">
                    <a:lumMod val="50000"/>
                    <a:lumOff val="50000"/>
                  </a:prstClr>
                </a:solidFill>
                <a:effectLst/>
                <a:uLnTx/>
                <a:uFillTx/>
                <a:latin typeface="Lato Light"/>
                <a:ea typeface="+mn-ea"/>
                <a:cs typeface="+mn-cs"/>
              </a:rPr>
              <a:t>When the prompt appears, click on ‘Yes, Notify’.</a:t>
            </a:r>
          </a:p>
        </p:txBody>
      </p:sp>
      <p:sp>
        <p:nvSpPr>
          <p:cNvPr id="20" name="TextBox 19">
            <a:extLst>
              <a:ext uri="{FF2B5EF4-FFF2-40B4-BE49-F238E27FC236}">
                <a16:creationId xmlns:a16="http://schemas.microsoft.com/office/drawing/2014/main" id="{FEDFD582-40AD-595E-1BB9-D13D13F8A19C}"/>
              </a:ext>
            </a:extLst>
          </p:cNvPr>
          <p:cNvSpPr txBox="1"/>
          <p:nvPr/>
        </p:nvSpPr>
        <p:spPr>
          <a:xfrm>
            <a:off x="4206905" y="5841058"/>
            <a:ext cx="2946332" cy="584775"/>
          </a:xfrm>
          <a:prstGeom prst="rect">
            <a:avLst/>
          </a:prstGeom>
          <a:noFill/>
          <a:ln w="3175">
            <a:miter lim="400000"/>
          </a:ln>
          <a:extLst>
            <a:ext uri="{C572A759-6A51-4108-AA02-DFA0A04FC94B}">
              <ma14:wrappingTextBoxFlag xmlns="" xmlns:ma14="http://schemas.microsoft.com/office/mac/drawingml/2011/main" val="1"/>
            </a:ext>
          </a:extLst>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GB" sz="1600" b="0" i="0" u="none" strike="noStrike" kern="0" cap="none" spc="0" normalizeH="0" baseline="0" noProof="0" dirty="0">
                <a:ln>
                  <a:noFill/>
                </a:ln>
                <a:solidFill>
                  <a:prstClr val="black">
                    <a:lumMod val="50000"/>
                    <a:lumOff val="50000"/>
                  </a:prstClr>
                </a:solidFill>
                <a:effectLst/>
                <a:uLnTx/>
                <a:uFillTx/>
                <a:latin typeface="Lato Light"/>
                <a:ea typeface="+mn-ea"/>
                <a:cs typeface="+mn-cs"/>
              </a:rPr>
              <a:t>Within the main screen click on ‘Start sharing my location’</a:t>
            </a:r>
            <a:endParaRPr kumimoji="0" lang="en-GB" sz="1600" b="0" i="0" u="none" strike="noStrike" kern="1200" cap="none" spc="0" normalizeH="0" baseline="0" noProof="0" dirty="0">
              <a:ln>
                <a:noFill/>
              </a:ln>
              <a:solidFill>
                <a:prstClr val="black"/>
              </a:solidFill>
              <a:effectLst/>
              <a:uLnTx/>
              <a:uFillTx/>
              <a:latin typeface="Lato Light"/>
              <a:ea typeface="+mn-ea"/>
              <a:cs typeface="+mn-cs"/>
            </a:endParaRPr>
          </a:p>
        </p:txBody>
      </p:sp>
      <p:sp>
        <p:nvSpPr>
          <p:cNvPr id="22" name="TextBox 21">
            <a:extLst>
              <a:ext uri="{FF2B5EF4-FFF2-40B4-BE49-F238E27FC236}">
                <a16:creationId xmlns:a16="http://schemas.microsoft.com/office/drawing/2014/main" id="{6F491251-76C1-25E2-2898-180CDC6DD218}"/>
              </a:ext>
            </a:extLst>
          </p:cNvPr>
          <p:cNvSpPr txBox="1"/>
          <p:nvPr/>
        </p:nvSpPr>
        <p:spPr>
          <a:xfrm>
            <a:off x="9709381" y="3511636"/>
            <a:ext cx="2330032" cy="1643527"/>
          </a:xfrm>
          <a:prstGeom prst="rect">
            <a:avLst/>
          </a:prstGeom>
          <a:noFill/>
          <a:ln w="3175">
            <a:miter lim="400000"/>
          </a:ln>
          <a:extLst>
            <a:ext uri="{C572A759-6A51-4108-AA02-DFA0A04FC94B}">
              <ma14:wrappingTextBoxFlag xmlns="" xmlns:ma14="http://schemas.microsoft.com/office/mac/drawingml/2011/main" val="1"/>
            </a:ext>
          </a:extLst>
        </p:spPr>
        <p:txBody>
          <a:bodyPr wrap="square">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GB" sz="1600" b="0" i="0" u="none" strike="noStrike" kern="0" cap="none" spc="0" normalizeH="0" baseline="0" noProof="0" dirty="0">
                <a:ln>
                  <a:noFill/>
                </a:ln>
                <a:solidFill>
                  <a:prstClr val="black">
                    <a:lumMod val="50000"/>
                    <a:lumOff val="50000"/>
                  </a:prstClr>
                </a:solidFill>
                <a:effectLst/>
                <a:uLnTx/>
                <a:uFillTx/>
                <a:latin typeface="Lato Light"/>
                <a:ea typeface="+mn-ea"/>
                <a:cs typeface="+mn-cs"/>
              </a:rPr>
              <a:t>This action triggers the sending of an automatic SMS and e-mail to the customer, which contains a URL link to the location tracking page.</a:t>
            </a:r>
          </a:p>
        </p:txBody>
      </p:sp>
    </p:spTree>
    <p:extLst>
      <p:ext uri="{BB962C8B-B14F-4D97-AF65-F5344CB8AC3E}">
        <p14:creationId xmlns:p14="http://schemas.microsoft.com/office/powerpoint/2010/main" val="1555903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CAEA5F2-87CE-48CB-90DB-2757A40078C3}"/>
              </a:ext>
            </a:extLst>
          </p:cNvPr>
          <p:cNvSpPr>
            <a:spLocks noGrp="1"/>
          </p:cNvSpPr>
          <p:nvPr>
            <p:ph type="body" sz="quarter" idx="14"/>
          </p:nvPr>
        </p:nvSpPr>
        <p:spPr>
          <a:xfrm>
            <a:off x="510293" y="486724"/>
            <a:ext cx="8198278" cy="457056"/>
          </a:xfrm>
        </p:spPr>
        <p:txBody>
          <a:bodyPr/>
          <a:lstStyle/>
          <a:p>
            <a:r>
              <a:rPr lang="en-GB" dirty="0"/>
              <a:t>How to use:  Location Based Service Solution (Slide 2) </a:t>
            </a:r>
          </a:p>
        </p:txBody>
      </p:sp>
      <p:sp>
        <p:nvSpPr>
          <p:cNvPr id="80" name="Marcador de texto 2">
            <a:extLst>
              <a:ext uri="{FF2B5EF4-FFF2-40B4-BE49-F238E27FC236}">
                <a16:creationId xmlns:a16="http://schemas.microsoft.com/office/drawing/2014/main" id="{17E4F17D-04CA-40E4-8105-1663B23BA13B}"/>
              </a:ext>
            </a:extLst>
          </p:cNvPr>
          <p:cNvSpPr>
            <a:spLocks noGrp="1"/>
          </p:cNvSpPr>
          <p:nvPr/>
        </p:nvSpPr>
        <p:spPr>
          <a:xfrm>
            <a:off x="601065" y="1080698"/>
            <a:ext cx="11592000" cy="0"/>
          </a:xfrm>
          <a:prstGeom prst="rect">
            <a:avLst/>
          </a:prstGeom>
          <a:solidFill>
            <a:schemeClr val="bg1">
              <a:lumMod val="75000"/>
            </a:schemeClr>
          </a:solidFill>
          <a:ln w="6350">
            <a:solidFill>
              <a:schemeClr val="bg1">
                <a:lumMod val="75000"/>
              </a:schemeClr>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00" kern="1200">
                <a:solidFill>
                  <a:schemeClr val="bg1">
                    <a:alpha val="0"/>
                  </a:schemeClr>
                </a:solidFill>
                <a:latin typeface="Lato Light" panose="020F030202020403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Light" panose="020F030202020403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Light" panose="020F030202020403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Light" panose="020F030202020403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Light" panose="020F030202020403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GB" sz="100" b="0" i="0" u="none" strike="noStrike" kern="1200" cap="none" spc="0" normalizeH="0" baseline="0" noProof="0" dirty="0">
              <a:ln>
                <a:noFill/>
              </a:ln>
              <a:solidFill>
                <a:prstClr val="white">
                  <a:alpha val="0"/>
                </a:prstClr>
              </a:solidFill>
              <a:effectLst/>
              <a:uLnTx/>
              <a:uFillTx/>
              <a:latin typeface="Lato Light" panose="020F0302020204030203" pitchFamily="34" charset="0"/>
              <a:ea typeface="+mn-ea"/>
              <a:cs typeface="+mn-cs"/>
            </a:endParaRPr>
          </a:p>
        </p:txBody>
      </p:sp>
      <p:sp>
        <p:nvSpPr>
          <p:cNvPr id="81" name="Marcador de texto 3">
            <a:extLst>
              <a:ext uri="{FF2B5EF4-FFF2-40B4-BE49-F238E27FC236}">
                <a16:creationId xmlns:a16="http://schemas.microsoft.com/office/drawing/2014/main" id="{1C4628E0-E9B5-4AF5-8966-C52CF12F5C73}"/>
              </a:ext>
            </a:extLst>
          </p:cNvPr>
          <p:cNvSpPr>
            <a:spLocks noGrp="1"/>
          </p:cNvSpPr>
          <p:nvPr/>
        </p:nvSpPr>
        <p:spPr>
          <a:xfrm>
            <a:off x="601065" y="1080698"/>
            <a:ext cx="756000" cy="0"/>
          </a:xfrm>
          <a:prstGeom prst="rect">
            <a:avLst/>
          </a:prstGeom>
          <a:solidFill>
            <a:schemeClr val="tx2"/>
          </a:solidFill>
          <a:ln w="34925" cap="flat">
            <a:solidFill>
              <a:schemeClr val="tx2"/>
            </a:solidFill>
            <a:miter lim="800000"/>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00" kern="1200">
                <a:solidFill>
                  <a:schemeClr val="bg1">
                    <a:alpha val="0"/>
                  </a:schemeClr>
                </a:solidFill>
                <a:latin typeface="Lato Light" panose="020F030202020403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Light" panose="020F030202020403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Light" panose="020F030202020403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Light" panose="020F030202020403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Light" panose="020F030202020403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GB" sz="100" b="0" i="0" u="none" strike="noStrike" kern="1200" cap="none" spc="0" normalizeH="0" baseline="0" noProof="0" dirty="0">
              <a:ln>
                <a:noFill/>
              </a:ln>
              <a:solidFill>
                <a:prstClr val="white">
                  <a:alpha val="0"/>
                </a:prstClr>
              </a:solidFill>
              <a:effectLst/>
              <a:uLnTx/>
              <a:uFillTx/>
              <a:latin typeface="Lato Light" panose="020F0302020204030203" pitchFamily="34" charset="0"/>
              <a:ea typeface="+mn-ea"/>
              <a:cs typeface="+mn-cs"/>
            </a:endParaRPr>
          </a:p>
        </p:txBody>
      </p:sp>
      <p:sp>
        <p:nvSpPr>
          <p:cNvPr id="2" name="Rectangle 1">
            <a:extLst>
              <a:ext uri="{FF2B5EF4-FFF2-40B4-BE49-F238E27FC236}">
                <a16:creationId xmlns:a16="http://schemas.microsoft.com/office/drawing/2014/main" id="{336E6C45-34E0-E139-D1EA-F2707CEAFCCB}"/>
              </a:ext>
            </a:extLst>
          </p:cNvPr>
          <p:cNvSpPr/>
          <p:nvPr/>
        </p:nvSpPr>
        <p:spPr>
          <a:xfrm>
            <a:off x="453387" y="4976530"/>
            <a:ext cx="3790766" cy="978729"/>
          </a:xfrm>
          <a:prstGeom prst="rect">
            <a:avLst/>
          </a:prstGeom>
        </p:spPr>
        <p:txBody>
          <a:bodyPr wrap="square">
            <a:spAutoFit/>
          </a:bodyPr>
          <a:lstStyle/>
          <a:p>
            <a:pPr marL="342900" marR="0" lvl="0" indent="-342900" algn="l" defTabSz="914400" rtl="0" eaLnBrk="1" fontAlgn="auto" latinLnBrk="0" hangingPunct="1">
              <a:lnSpc>
                <a:spcPct val="90000"/>
              </a:lnSpc>
              <a:spcBef>
                <a:spcPts val="0"/>
              </a:spcBef>
              <a:spcAft>
                <a:spcPts val="0"/>
              </a:spcAft>
              <a:buClrTx/>
              <a:buSzTx/>
              <a:buFont typeface="Wingdings" panose="05000000000000000000" pitchFamily="2" charset="2"/>
              <a:buChar char="§"/>
              <a:tabLst/>
              <a:defRPr/>
            </a:pPr>
            <a:r>
              <a:rPr kumimoji="0" lang="en-GB" sz="1600" b="0" i="0" u="none" strike="noStrike" kern="0" cap="none" spc="0" normalizeH="0" baseline="0" noProof="0" dirty="0">
                <a:ln>
                  <a:noFill/>
                </a:ln>
                <a:solidFill>
                  <a:prstClr val="black">
                    <a:lumMod val="50000"/>
                    <a:lumOff val="50000"/>
                  </a:prstClr>
                </a:solidFill>
                <a:effectLst/>
                <a:uLnTx/>
                <a:uFillTx/>
                <a:latin typeface="Lato Light"/>
                <a:ea typeface="+mn-ea"/>
                <a:cs typeface="+mn-cs"/>
              </a:rPr>
              <a:t>You may receive another prompt for you to acknowledge the location provided by Google. If this appears click on ‘OK’ or ‘Allow’.</a:t>
            </a:r>
          </a:p>
        </p:txBody>
      </p:sp>
      <p:pic>
        <p:nvPicPr>
          <p:cNvPr id="5" name="Picture 4">
            <a:extLst>
              <a:ext uri="{FF2B5EF4-FFF2-40B4-BE49-F238E27FC236}">
                <a16:creationId xmlns:a16="http://schemas.microsoft.com/office/drawing/2014/main" id="{72460644-A457-06FD-A301-5961E3005ACB}"/>
              </a:ext>
            </a:extLst>
          </p:cNvPr>
          <p:cNvPicPr>
            <a:picLocks noChangeAspect="1"/>
          </p:cNvPicPr>
          <p:nvPr/>
        </p:nvPicPr>
        <p:blipFill rotWithShape="1">
          <a:blip r:embed="rId2"/>
          <a:srcRect t="-1" b="14065"/>
          <a:stretch/>
        </p:blipFill>
        <p:spPr>
          <a:xfrm>
            <a:off x="554136" y="1724589"/>
            <a:ext cx="1735455" cy="2579456"/>
          </a:xfrm>
          <a:prstGeom prst="rect">
            <a:avLst/>
          </a:prstGeom>
        </p:spPr>
      </p:pic>
      <p:pic>
        <p:nvPicPr>
          <p:cNvPr id="6" name="Picture 5">
            <a:extLst>
              <a:ext uri="{FF2B5EF4-FFF2-40B4-BE49-F238E27FC236}">
                <a16:creationId xmlns:a16="http://schemas.microsoft.com/office/drawing/2014/main" id="{36EC64C7-3099-4BA0-87DF-95478880047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b="28304"/>
          <a:stretch/>
        </p:blipFill>
        <p:spPr bwMode="auto">
          <a:xfrm>
            <a:off x="2641241" y="1724589"/>
            <a:ext cx="1735455" cy="2579456"/>
          </a:xfrm>
          <a:prstGeom prst="rect">
            <a:avLst/>
          </a:prstGeom>
          <a:noFill/>
          <a:ln>
            <a:noFill/>
          </a:ln>
        </p:spPr>
      </p:pic>
      <p:pic>
        <p:nvPicPr>
          <p:cNvPr id="7" name="Picture 6">
            <a:extLst>
              <a:ext uri="{FF2B5EF4-FFF2-40B4-BE49-F238E27FC236}">
                <a16:creationId xmlns:a16="http://schemas.microsoft.com/office/drawing/2014/main" id="{F54A66B2-311B-E222-942F-16062606850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4904" b="23939"/>
          <a:stretch/>
        </p:blipFill>
        <p:spPr bwMode="auto">
          <a:xfrm>
            <a:off x="5914997" y="1719013"/>
            <a:ext cx="1707515" cy="2577551"/>
          </a:xfrm>
          <a:prstGeom prst="rect">
            <a:avLst/>
          </a:prstGeom>
          <a:noFill/>
          <a:ln>
            <a:noFill/>
          </a:ln>
        </p:spPr>
      </p:pic>
      <p:pic>
        <p:nvPicPr>
          <p:cNvPr id="10" name="Picture 9">
            <a:extLst>
              <a:ext uri="{FF2B5EF4-FFF2-40B4-BE49-F238E27FC236}">
                <a16:creationId xmlns:a16="http://schemas.microsoft.com/office/drawing/2014/main" id="{9A9DE568-AFAE-0ED5-08DA-DB70894B3D98}"/>
              </a:ext>
            </a:extLst>
          </p:cNvPr>
          <p:cNvPicPr>
            <a:picLocks noChangeAspect="1"/>
          </p:cNvPicPr>
          <p:nvPr/>
        </p:nvPicPr>
        <p:blipFill rotWithShape="1">
          <a:blip r:embed="rId5"/>
          <a:srcRect b="21430"/>
          <a:stretch/>
        </p:blipFill>
        <p:spPr>
          <a:xfrm>
            <a:off x="9235313" y="1706155"/>
            <a:ext cx="1804215" cy="2590409"/>
          </a:xfrm>
          <a:prstGeom prst="rect">
            <a:avLst/>
          </a:prstGeom>
        </p:spPr>
      </p:pic>
      <p:sp>
        <p:nvSpPr>
          <p:cNvPr id="13" name="Rectangle 12">
            <a:extLst>
              <a:ext uri="{FF2B5EF4-FFF2-40B4-BE49-F238E27FC236}">
                <a16:creationId xmlns:a16="http://schemas.microsoft.com/office/drawing/2014/main" id="{97738B8F-7B98-E4F7-549E-3C666E45E66A}"/>
              </a:ext>
            </a:extLst>
          </p:cNvPr>
          <p:cNvSpPr/>
          <p:nvPr/>
        </p:nvSpPr>
        <p:spPr>
          <a:xfrm>
            <a:off x="8683032" y="4976529"/>
            <a:ext cx="3055581" cy="978729"/>
          </a:xfrm>
          <a:prstGeom prst="rect">
            <a:avLst/>
          </a:prstGeom>
        </p:spPr>
        <p:txBody>
          <a:bodyPr wrap="square">
            <a:spAutoFit/>
          </a:bodyPr>
          <a:lstStyle/>
          <a:p>
            <a:pPr marL="342900" marR="0" lvl="0" indent="-342900" algn="l" defTabSz="914400" rtl="0" eaLnBrk="1" fontAlgn="auto" latinLnBrk="0" hangingPunct="1">
              <a:lnSpc>
                <a:spcPct val="90000"/>
              </a:lnSpc>
              <a:spcBef>
                <a:spcPts val="0"/>
              </a:spcBef>
              <a:spcAft>
                <a:spcPts val="0"/>
              </a:spcAft>
              <a:buClrTx/>
              <a:buSzTx/>
              <a:buFont typeface="Wingdings" panose="05000000000000000000" pitchFamily="2" charset="2"/>
              <a:buChar char="§"/>
              <a:tabLst/>
              <a:defRPr/>
            </a:pPr>
            <a:r>
              <a:rPr kumimoji="0" lang="en-GB" sz="1600" b="0" i="0" u="none" strike="noStrike" kern="0" cap="none" spc="0" normalizeH="0" baseline="0" noProof="0" dirty="0">
                <a:ln>
                  <a:noFill/>
                </a:ln>
                <a:solidFill>
                  <a:prstClr val="black">
                    <a:lumMod val="50000"/>
                    <a:lumOff val="50000"/>
                  </a:prstClr>
                </a:solidFill>
                <a:effectLst/>
                <a:uLnTx/>
                <a:uFillTx/>
                <a:latin typeface="Lato Light"/>
                <a:ea typeface="+mn-ea"/>
                <a:cs typeface="+mn-cs"/>
              </a:rPr>
              <a:t>Once you are sharing your location, you will see a status on the main screen of ‘Currently Sharing Location’</a:t>
            </a:r>
          </a:p>
        </p:txBody>
      </p:sp>
      <p:sp>
        <p:nvSpPr>
          <p:cNvPr id="14" name="Rectangle 13">
            <a:extLst>
              <a:ext uri="{FF2B5EF4-FFF2-40B4-BE49-F238E27FC236}">
                <a16:creationId xmlns:a16="http://schemas.microsoft.com/office/drawing/2014/main" id="{10C5691A-9F37-425E-A4CF-C4B7BC09BE02}"/>
              </a:ext>
            </a:extLst>
          </p:cNvPr>
          <p:cNvSpPr/>
          <p:nvPr/>
        </p:nvSpPr>
        <p:spPr>
          <a:xfrm>
            <a:off x="9235313" y="3426737"/>
            <a:ext cx="1804215" cy="24353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Lato Light"/>
              <a:ea typeface="+mn-ea"/>
              <a:cs typeface="+mn-cs"/>
            </a:endParaRPr>
          </a:p>
        </p:txBody>
      </p:sp>
      <p:sp>
        <p:nvSpPr>
          <p:cNvPr id="4" name="Rectangle 3">
            <a:extLst>
              <a:ext uri="{FF2B5EF4-FFF2-40B4-BE49-F238E27FC236}">
                <a16:creationId xmlns:a16="http://schemas.microsoft.com/office/drawing/2014/main" id="{7B588B40-7980-4987-27EA-9C6DEC6B4D03}"/>
              </a:ext>
            </a:extLst>
          </p:cNvPr>
          <p:cNvSpPr/>
          <p:nvPr/>
        </p:nvSpPr>
        <p:spPr>
          <a:xfrm>
            <a:off x="5361579" y="4976529"/>
            <a:ext cx="2706106" cy="978729"/>
          </a:xfrm>
          <a:prstGeom prst="rect">
            <a:avLst/>
          </a:prstGeom>
        </p:spPr>
        <p:txBody>
          <a:bodyPr wrap="square">
            <a:spAutoFit/>
          </a:bodyPr>
          <a:lstStyle/>
          <a:p>
            <a:pPr marL="342900" marR="0" lvl="0" indent="-342900" algn="l" defTabSz="914400" rtl="0" eaLnBrk="1" fontAlgn="auto" latinLnBrk="0" hangingPunct="1">
              <a:lnSpc>
                <a:spcPct val="90000"/>
              </a:lnSpc>
              <a:spcBef>
                <a:spcPts val="0"/>
              </a:spcBef>
              <a:spcAft>
                <a:spcPts val="0"/>
              </a:spcAft>
              <a:buClrTx/>
              <a:buSzTx/>
              <a:buFont typeface="Wingdings" panose="05000000000000000000" pitchFamily="2" charset="2"/>
              <a:buChar char="§"/>
              <a:tabLst/>
              <a:defRPr/>
            </a:pPr>
            <a:r>
              <a:rPr kumimoji="0" lang="en-GB" sz="1600" b="0" i="0" u="none" strike="noStrike" kern="0" cap="none" spc="0" normalizeH="0" baseline="0" noProof="0" dirty="0">
                <a:ln>
                  <a:noFill/>
                </a:ln>
                <a:solidFill>
                  <a:prstClr val="black">
                    <a:lumMod val="50000"/>
                    <a:lumOff val="50000"/>
                  </a:prstClr>
                </a:solidFill>
                <a:effectLst/>
                <a:uLnTx/>
                <a:uFillTx/>
                <a:latin typeface="Lato Light"/>
                <a:ea typeface="+mn-ea"/>
                <a:cs typeface="+mn-cs"/>
              </a:rPr>
              <a:t>Once the communication has been sent to the customer you will receive a confirmation</a:t>
            </a:r>
          </a:p>
        </p:txBody>
      </p:sp>
      <p:sp>
        <p:nvSpPr>
          <p:cNvPr id="8" name="Rectangle 7">
            <a:extLst>
              <a:ext uri="{FF2B5EF4-FFF2-40B4-BE49-F238E27FC236}">
                <a16:creationId xmlns:a16="http://schemas.microsoft.com/office/drawing/2014/main" id="{4A82140E-5CF6-5020-0F40-E47E41826C81}"/>
              </a:ext>
            </a:extLst>
          </p:cNvPr>
          <p:cNvSpPr/>
          <p:nvPr/>
        </p:nvSpPr>
        <p:spPr>
          <a:xfrm>
            <a:off x="601065" y="1235633"/>
            <a:ext cx="3790766" cy="341632"/>
          </a:xfrm>
          <a:prstGeom prst="rect">
            <a:avLst/>
          </a:prstGeom>
        </p:spPr>
        <p:txBody>
          <a:bodyPr wrap="square">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dirty="0">
                <a:ln>
                  <a:noFill/>
                </a:ln>
                <a:solidFill>
                  <a:prstClr val="black">
                    <a:lumMod val="50000"/>
                    <a:lumOff val="50000"/>
                  </a:prstClr>
                </a:solidFill>
                <a:effectLst/>
                <a:uLnTx/>
                <a:uFillTx/>
                <a:latin typeface="Lato Light"/>
                <a:ea typeface="+mn-ea"/>
                <a:cs typeface="+mn-cs"/>
              </a:rPr>
              <a:t>Sending the Communication </a:t>
            </a:r>
            <a:endParaRPr kumimoji="0" lang="en-GB" sz="1800" b="0" i="0" u="none" strike="noStrike" kern="0" cap="none" spc="0" normalizeH="0" baseline="0" noProof="0" dirty="0">
              <a:ln>
                <a:noFill/>
              </a:ln>
              <a:solidFill>
                <a:prstClr val="black">
                  <a:lumMod val="50000"/>
                  <a:lumOff val="50000"/>
                </a:prstClr>
              </a:solidFill>
              <a:effectLst/>
              <a:uLnTx/>
              <a:uFillTx/>
              <a:latin typeface="Lato Light"/>
              <a:ea typeface="+mn-ea"/>
              <a:cs typeface="+mn-cs"/>
            </a:endParaRPr>
          </a:p>
        </p:txBody>
      </p:sp>
      <p:sp>
        <p:nvSpPr>
          <p:cNvPr id="9" name="Rectangle 8">
            <a:extLst>
              <a:ext uri="{FF2B5EF4-FFF2-40B4-BE49-F238E27FC236}">
                <a16:creationId xmlns:a16="http://schemas.microsoft.com/office/drawing/2014/main" id="{E8908CD8-E34E-B0A3-6431-8BFD32EFCF41}"/>
              </a:ext>
            </a:extLst>
          </p:cNvPr>
          <p:cNvSpPr/>
          <p:nvPr/>
        </p:nvSpPr>
        <p:spPr>
          <a:xfrm>
            <a:off x="5713585" y="1254318"/>
            <a:ext cx="2002094" cy="341632"/>
          </a:xfrm>
          <a:prstGeom prst="rect">
            <a:avLst/>
          </a:prstGeom>
        </p:spPr>
        <p:txBody>
          <a:bodyPr wrap="square">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dirty="0">
                <a:ln>
                  <a:noFill/>
                </a:ln>
                <a:solidFill>
                  <a:prstClr val="black">
                    <a:lumMod val="50000"/>
                    <a:lumOff val="50000"/>
                  </a:prstClr>
                </a:solidFill>
                <a:effectLst/>
                <a:uLnTx/>
                <a:uFillTx/>
                <a:latin typeface="Lato Light"/>
                <a:ea typeface="+mn-ea"/>
                <a:cs typeface="+mn-cs"/>
              </a:rPr>
              <a:t>Confirmation</a:t>
            </a:r>
            <a:endParaRPr kumimoji="0" lang="en-GB" sz="1800" b="0" i="0" u="none" strike="noStrike" kern="0" cap="none" spc="0" normalizeH="0" baseline="0" noProof="0" dirty="0">
              <a:ln>
                <a:noFill/>
              </a:ln>
              <a:solidFill>
                <a:prstClr val="black">
                  <a:lumMod val="50000"/>
                  <a:lumOff val="50000"/>
                </a:prstClr>
              </a:solidFill>
              <a:effectLst/>
              <a:uLnTx/>
              <a:uFillTx/>
              <a:latin typeface="Lato Light"/>
              <a:ea typeface="+mn-ea"/>
              <a:cs typeface="+mn-cs"/>
            </a:endParaRPr>
          </a:p>
        </p:txBody>
      </p:sp>
      <p:sp>
        <p:nvSpPr>
          <p:cNvPr id="11" name="Rectangle 10">
            <a:extLst>
              <a:ext uri="{FF2B5EF4-FFF2-40B4-BE49-F238E27FC236}">
                <a16:creationId xmlns:a16="http://schemas.microsoft.com/office/drawing/2014/main" id="{9846A598-46A5-6C2C-4474-C89AA7D92DBA}"/>
              </a:ext>
            </a:extLst>
          </p:cNvPr>
          <p:cNvSpPr/>
          <p:nvPr/>
        </p:nvSpPr>
        <p:spPr>
          <a:xfrm>
            <a:off x="9037434" y="1249865"/>
            <a:ext cx="2002094" cy="341632"/>
          </a:xfrm>
          <a:prstGeom prst="rect">
            <a:avLst/>
          </a:prstGeom>
        </p:spPr>
        <p:txBody>
          <a:bodyPr wrap="square">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dirty="0">
                <a:ln>
                  <a:noFill/>
                </a:ln>
                <a:solidFill>
                  <a:prstClr val="black">
                    <a:lumMod val="50000"/>
                    <a:lumOff val="50000"/>
                  </a:prstClr>
                </a:solidFill>
                <a:effectLst/>
                <a:uLnTx/>
                <a:uFillTx/>
                <a:latin typeface="Lato Light"/>
                <a:ea typeface="+mn-ea"/>
                <a:cs typeface="+mn-cs"/>
              </a:rPr>
              <a:t>Status</a:t>
            </a:r>
            <a:endParaRPr kumimoji="0" lang="en-GB" sz="1800" b="0" i="0" u="none" strike="noStrike" kern="0" cap="none" spc="0" normalizeH="0" baseline="0" noProof="0" dirty="0">
              <a:ln>
                <a:noFill/>
              </a:ln>
              <a:solidFill>
                <a:prstClr val="black">
                  <a:lumMod val="50000"/>
                  <a:lumOff val="50000"/>
                </a:prstClr>
              </a:solidFill>
              <a:effectLst/>
              <a:uLnTx/>
              <a:uFillTx/>
              <a:latin typeface="Lato Light"/>
              <a:ea typeface="+mn-ea"/>
              <a:cs typeface="+mn-cs"/>
            </a:endParaRPr>
          </a:p>
        </p:txBody>
      </p:sp>
    </p:spTree>
    <p:extLst>
      <p:ext uri="{BB962C8B-B14F-4D97-AF65-F5344CB8AC3E}">
        <p14:creationId xmlns:p14="http://schemas.microsoft.com/office/powerpoint/2010/main" val="859943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CAEA5F2-87CE-48CB-90DB-2757A40078C3}"/>
              </a:ext>
            </a:extLst>
          </p:cNvPr>
          <p:cNvSpPr>
            <a:spLocks noGrp="1"/>
          </p:cNvSpPr>
          <p:nvPr>
            <p:ph type="body" sz="quarter" idx="14"/>
          </p:nvPr>
        </p:nvSpPr>
        <p:spPr>
          <a:xfrm>
            <a:off x="510293" y="486724"/>
            <a:ext cx="8198278" cy="457056"/>
          </a:xfrm>
        </p:spPr>
        <p:txBody>
          <a:bodyPr/>
          <a:lstStyle/>
          <a:p>
            <a:r>
              <a:rPr lang="en-GB" dirty="0"/>
              <a:t>How to use:  Location Based Service Solution (Slide 3) </a:t>
            </a:r>
          </a:p>
        </p:txBody>
      </p:sp>
      <p:sp>
        <p:nvSpPr>
          <p:cNvPr id="80" name="Marcador de texto 2">
            <a:extLst>
              <a:ext uri="{FF2B5EF4-FFF2-40B4-BE49-F238E27FC236}">
                <a16:creationId xmlns:a16="http://schemas.microsoft.com/office/drawing/2014/main" id="{17E4F17D-04CA-40E4-8105-1663B23BA13B}"/>
              </a:ext>
            </a:extLst>
          </p:cNvPr>
          <p:cNvSpPr>
            <a:spLocks noGrp="1"/>
          </p:cNvSpPr>
          <p:nvPr/>
        </p:nvSpPr>
        <p:spPr>
          <a:xfrm>
            <a:off x="601065" y="1080698"/>
            <a:ext cx="11592000" cy="0"/>
          </a:xfrm>
          <a:prstGeom prst="rect">
            <a:avLst/>
          </a:prstGeom>
          <a:solidFill>
            <a:schemeClr val="bg1">
              <a:lumMod val="75000"/>
            </a:schemeClr>
          </a:solidFill>
          <a:ln w="6350">
            <a:solidFill>
              <a:schemeClr val="bg1">
                <a:lumMod val="75000"/>
              </a:schemeClr>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00" kern="1200">
                <a:solidFill>
                  <a:schemeClr val="bg1">
                    <a:alpha val="0"/>
                  </a:schemeClr>
                </a:solidFill>
                <a:latin typeface="Lato Light" panose="020F030202020403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Light" panose="020F030202020403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Light" panose="020F030202020403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Light" panose="020F030202020403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Light" panose="020F030202020403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GB" sz="100" b="0" i="0" u="none" strike="noStrike" kern="1200" cap="none" spc="0" normalizeH="0" baseline="0" noProof="0" dirty="0">
              <a:ln>
                <a:noFill/>
              </a:ln>
              <a:solidFill>
                <a:prstClr val="white">
                  <a:alpha val="0"/>
                </a:prstClr>
              </a:solidFill>
              <a:effectLst/>
              <a:uLnTx/>
              <a:uFillTx/>
              <a:latin typeface="Lato Light" panose="020F0302020204030203" pitchFamily="34" charset="0"/>
              <a:ea typeface="+mn-ea"/>
              <a:cs typeface="+mn-cs"/>
            </a:endParaRPr>
          </a:p>
        </p:txBody>
      </p:sp>
      <p:sp>
        <p:nvSpPr>
          <p:cNvPr id="81" name="Marcador de texto 3">
            <a:extLst>
              <a:ext uri="{FF2B5EF4-FFF2-40B4-BE49-F238E27FC236}">
                <a16:creationId xmlns:a16="http://schemas.microsoft.com/office/drawing/2014/main" id="{1C4628E0-E9B5-4AF5-8966-C52CF12F5C73}"/>
              </a:ext>
            </a:extLst>
          </p:cNvPr>
          <p:cNvSpPr>
            <a:spLocks noGrp="1"/>
          </p:cNvSpPr>
          <p:nvPr/>
        </p:nvSpPr>
        <p:spPr>
          <a:xfrm>
            <a:off x="601065" y="1080698"/>
            <a:ext cx="756000" cy="0"/>
          </a:xfrm>
          <a:prstGeom prst="rect">
            <a:avLst/>
          </a:prstGeom>
          <a:solidFill>
            <a:schemeClr val="tx2"/>
          </a:solidFill>
          <a:ln w="34925" cap="flat">
            <a:solidFill>
              <a:schemeClr val="tx2"/>
            </a:solidFill>
            <a:miter lim="800000"/>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00" kern="1200">
                <a:solidFill>
                  <a:schemeClr val="bg1">
                    <a:alpha val="0"/>
                  </a:schemeClr>
                </a:solidFill>
                <a:latin typeface="Lato Light" panose="020F030202020403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Light" panose="020F030202020403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Light" panose="020F030202020403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Light" panose="020F030202020403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Light" panose="020F030202020403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GB" sz="100" b="0" i="0" u="none" strike="noStrike" kern="1200" cap="none" spc="0" normalizeH="0" baseline="0" noProof="0" dirty="0">
              <a:ln>
                <a:noFill/>
              </a:ln>
              <a:solidFill>
                <a:prstClr val="white">
                  <a:alpha val="0"/>
                </a:prstClr>
              </a:solidFill>
              <a:effectLst/>
              <a:uLnTx/>
              <a:uFillTx/>
              <a:latin typeface="Lato Light" panose="020F0302020204030203" pitchFamily="34" charset="0"/>
              <a:ea typeface="+mn-ea"/>
              <a:cs typeface="+mn-cs"/>
            </a:endParaRPr>
          </a:p>
        </p:txBody>
      </p:sp>
      <p:sp>
        <p:nvSpPr>
          <p:cNvPr id="2" name="Rectangle 1">
            <a:extLst>
              <a:ext uri="{FF2B5EF4-FFF2-40B4-BE49-F238E27FC236}">
                <a16:creationId xmlns:a16="http://schemas.microsoft.com/office/drawing/2014/main" id="{336E6C45-34E0-E139-D1EA-F2707CEAFCCB}"/>
              </a:ext>
            </a:extLst>
          </p:cNvPr>
          <p:cNvSpPr/>
          <p:nvPr/>
        </p:nvSpPr>
        <p:spPr>
          <a:xfrm>
            <a:off x="4739629" y="1211518"/>
            <a:ext cx="2712741" cy="341632"/>
          </a:xfrm>
          <a:prstGeom prst="rect">
            <a:avLst/>
          </a:prstGeom>
        </p:spPr>
        <p:txBody>
          <a:bodyPr wrap="square">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dirty="0">
                <a:ln>
                  <a:noFill/>
                </a:ln>
                <a:solidFill>
                  <a:prstClr val="black">
                    <a:lumMod val="50000"/>
                    <a:lumOff val="50000"/>
                  </a:prstClr>
                </a:solidFill>
                <a:effectLst/>
                <a:uLnTx/>
                <a:uFillTx/>
                <a:latin typeface="Lato Light"/>
                <a:ea typeface="+mn-ea"/>
                <a:cs typeface="+mn-cs"/>
              </a:rPr>
              <a:t>Stop Sharing The Location</a:t>
            </a:r>
            <a:endParaRPr kumimoji="0" lang="en-GB" sz="1800" b="0" i="0" u="none" strike="noStrike" kern="0" cap="none" spc="0" normalizeH="0" baseline="0" noProof="0" dirty="0">
              <a:ln>
                <a:noFill/>
              </a:ln>
              <a:solidFill>
                <a:prstClr val="black">
                  <a:lumMod val="50000"/>
                  <a:lumOff val="50000"/>
                </a:prstClr>
              </a:solidFill>
              <a:effectLst/>
              <a:uLnTx/>
              <a:uFillTx/>
              <a:latin typeface="Lato Light"/>
              <a:ea typeface="+mn-ea"/>
              <a:cs typeface="+mn-cs"/>
            </a:endParaRPr>
          </a:p>
        </p:txBody>
      </p:sp>
      <p:pic>
        <p:nvPicPr>
          <p:cNvPr id="4" name="Picture 3">
            <a:extLst>
              <a:ext uri="{FF2B5EF4-FFF2-40B4-BE49-F238E27FC236}">
                <a16:creationId xmlns:a16="http://schemas.microsoft.com/office/drawing/2014/main" id="{38B3DCF1-F7E6-0366-FAF2-5875E517C5BD}"/>
              </a:ext>
            </a:extLst>
          </p:cNvPr>
          <p:cNvPicPr>
            <a:picLocks noChangeAspect="1"/>
          </p:cNvPicPr>
          <p:nvPr/>
        </p:nvPicPr>
        <p:blipFill rotWithShape="1">
          <a:blip r:embed="rId2"/>
          <a:srcRect b="3818"/>
          <a:stretch/>
        </p:blipFill>
        <p:spPr>
          <a:xfrm>
            <a:off x="3198396" y="1603803"/>
            <a:ext cx="2092325" cy="3600814"/>
          </a:xfrm>
          <a:prstGeom prst="rect">
            <a:avLst/>
          </a:prstGeom>
        </p:spPr>
      </p:pic>
      <p:pic>
        <p:nvPicPr>
          <p:cNvPr id="8" name="Picture 7">
            <a:extLst>
              <a:ext uri="{FF2B5EF4-FFF2-40B4-BE49-F238E27FC236}">
                <a16:creationId xmlns:a16="http://schemas.microsoft.com/office/drawing/2014/main" id="{5DEF23F6-98EA-5B6F-05EF-AF4EFCC60281}"/>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96614" y="1609098"/>
            <a:ext cx="2154283" cy="3668395"/>
          </a:xfrm>
          <a:prstGeom prst="rect">
            <a:avLst/>
          </a:prstGeom>
          <a:noFill/>
          <a:ln>
            <a:noFill/>
          </a:ln>
        </p:spPr>
      </p:pic>
      <p:sp>
        <p:nvSpPr>
          <p:cNvPr id="9" name="Rectangle 8">
            <a:extLst>
              <a:ext uri="{FF2B5EF4-FFF2-40B4-BE49-F238E27FC236}">
                <a16:creationId xmlns:a16="http://schemas.microsoft.com/office/drawing/2014/main" id="{C87B30D7-7AC0-700F-93D1-E9EC71A9A734}"/>
              </a:ext>
            </a:extLst>
          </p:cNvPr>
          <p:cNvSpPr/>
          <p:nvPr/>
        </p:nvSpPr>
        <p:spPr>
          <a:xfrm>
            <a:off x="3198396" y="3836296"/>
            <a:ext cx="2092325" cy="24353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Lato Light"/>
              <a:ea typeface="+mn-ea"/>
              <a:cs typeface="+mn-cs"/>
            </a:endParaRPr>
          </a:p>
        </p:txBody>
      </p:sp>
      <p:sp>
        <p:nvSpPr>
          <p:cNvPr id="11" name="Rectangle 10">
            <a:extLst>
              <a:ext uri="{FF2B5EF4-FFF2-40B4-BE49-F238E27FC236}">
                <a16:creationId xmlns:a16="http://schemas.microsoft.com/office/drawing/2014/main" id="{4C36103A-1859-E394-AE2C-56AC038FAD78}"/>
              </a:ext>
            </a:extLst>
          </p:cNvPr>
          <p:cNvSpPr/>
          <p:nvPr/>
        </p:nvSpPr>
        <p:spPr>
          <a:xfrm>
            <a:off x="6780331" y="3597367"/>
            <a:ext cx="2170566" cy="34163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Lato Light"/>
              <a:ea typeface="+mn-ea"/>
              <a:cs typeface="+mn-cs"/>
            </a:endParaRPr>
          </a:p>
        </p:txBody>
      </p:sp>
      <p:sp>
        <p:nvSpPr>
          <p:cNvPr id="6" name="TextBox 5">
            <a:extLst>
              <a:ext uri="{FF2B5EF4-FFF2-40B4-BE49-F238E27FC236}">
                <a16:creationId xmlns:a16="http://schemas.microsoft.com/office/drawing/2014/main" id="{6A8BC1E9-9029-B5BD-4ED8-D3158C31BAFD}"/>
              </a:ext>
            </a:extLst>
          </p:cNvPr>
          <p:cNvSpPr txBox="1"/>
          <p:nvPr/>
        </p:nvSpPr>
        <p:spPr>
          <a:xfrm>
            <a:off x="2930737" y="5323262"/>
            <a:ext cx="2849318" cy="535531"/>
          </a:xfrm>
          <a:prstGeom prst="rect">
            <a:avLst/>
          </a:prstGeom>
          <a:noFill/>
          <a:ln w="3175">
            <a:miter lim="400000"/>
          </a:ln>
          <a:extLst>
            <a:ext uri="{C572A759-6A51-4108-AA02-DFA0A04FC94B}">
              <ma14:wrappingTextBoxFlag xmlns="" xmlns:ma14="http://schemas.microsoft.com/office/mac/drawingml/2011/main" val="1"/>
            </a:ext>
          </a:extLst>
        </p:spPr>
        <p:txBody>
          <a:bodyPr wrap="square">
            <a:spAutoFit/>
          </a:bodyPr>
          <a:lstStyle/>
          <a:p>
            <a:pPr marL="342900" marR="0" lvl="0" indent="-342900" algn="l" defTabSz="914400" rtl="0" eaLnBrk="1" fontAlgn="auto" latinLnBrk="0" hangingPunct="1">
              <a:lnSpc>
                <a:spcPct val="90000"/>
              </a:lnSpc>
              <a:spcBef>
                <a:spcPts val="0"/>
              </a:spcBef>
              <a:spcAft>
                <a:spcPts val="0"/>
              </a:spcAft>
              <a:buClrTx/>
              <a:buSzTx/>
              <a:buFont typeface="Wingdings" panose="05000000000000000000" pitchFamily="2" charset="2"/>
              <a:buChar char="§"/>
              <a:tabLst/>
              <a:defRPr/>
            </a:pPr>
            <a:r>
              <a:rPr kumimoji="0" lang="en-GB" sz="1600" b="0" i="0" u="none" strike="noStrike" kern="0" cap="none" spc="0" normalizeH="0" baseline="0" noProof="0" dirty="0">
                <a:ln>
                  <a:noFill/>
                </a:ln>
                <a:solidFill>
                  <a:prstClr val="black">
                    <a:lumMod val="50000"/>
                    <a:lumOff val="50000"/>
                  </a:prstClr>
                </a:solidFill>
                <a:effectLst/>
                <a:uLnTx/>
                <a:uFillTx/>
                <a:latin typeface="Lato Light"/>
                <a:ea typeface="+mn-ea"/>
                <a:cs typeface="+mn-cs"/>
              </a:rPr>
              <a:t>To complete this click on ‘Stop Sharing My Location’ </a:t>
            </a:r>
          </a:p>
        </p:txBody>
      </p:sp>
      <p:sp>
        <p:nvSpPr>
          <p:cNvPr id="10" name="TextBox 9">
            <a:extLst>
              <a:ext uri="{FF2B5EF4-FFF2-40B4-BE49-F238E27FC236}">
                <a16:creationId xmlns:a16="http://schemas.microsoft.com/office/drawing/2014/main" id="{399678F5-A01C-0EBC-78A6-98A81C95C642}"/>
              </a:ext>
            </a:extLst>
          </p:cNvPr>
          <p:cNvSpPr txBox="1"/>
          <p:nvPr/>
        </p:nvSpPr>
        <p:spPr>
          <a:xfrm>
            <a:off x="147379" y="3108744"/>
            <a:ext cx="2849318" cy="757130"/>
          </a:xfrm>
          <a:prstGeom prst="rect">
            <a:avLst/>
          </a:prstGeom>
          <a:noFill/>
          <a:ln w="3175">
            <a:miter lim="400000"/>
          </a:ln>
          <a:extLst>
            <a:ext uri="{C572A759-6A51-4108-AA02-DFA0A04FC94B}">
              <ma14:wrappingTextBoxFlag xmlns="" xmlns:ma14="http://schemas.microsoft.com/office/mac/drawingml/2011/main" val="1"/>
            </a:ext>
          </a:extLst>
        </p:spPr>
        <p:txBody>
          <a:bodyPr wrap="square">
            <a:spAutoFit/>
          </a:bodyPr>
          <a:lstStyle/>
          <a:p>
            <a:pPr marL="342900" marR="0" lvl="0" indent="-342900" algn="l" defTabSz="914400" rtl="0" eaLnBrk="1" fontAlgn="auto" latinLnBrk="0" hangingPunct="1">
              <a:lnSpc>
                <a:spcPct val="90000"/>
              </a:lnSpc>
              <a:spcBef>
                <a:spcPts val="0"/>
              </a:spcBef>
              <a:spcAft>
                <a:spcPts val="0"/>
              </a:spcAft>
              <a:buClrTx/>
              <a:buSzTx/>
              <a:buFont typeface="Wingdings" panose="05000000000000000000" pitchFamily="2" charset="2"/>
              <a:buChar char="§"/>
              <a:tabLst/>
              <a:defRPr/>
            </a:pPr>
            <a:r>
              <a:rPr kumimoji="0" lang="en-GB" sz="1600" b="0" i="0" u="none" strike="noStrike" kern="0" cap="none" spc="0" normalizeH="0" baseline="0" noProof="0" dirty="0">
                <a:ln>
                  <a:noFill/>
                </a:ln>
                <a:solidFill>
                  <a:prstClr val="black">
                    <a:lumMod val="50000"/>
                    <a:lumOff val="50000"/>
                  </a:prstClr>
                </a:solidFill>
                <a:effectLst/>
                <a:uLnTx/>
                <a:uFillTx/>
                <a:latin typeface="Lato Light"/>
                <a:ea typeface="+mn-ea"/>
                <a:cs typeface="+mn-cs"/>
              </a:rPr>
              <a:t>Once you have arrived at the property you should stop sharing the location</a:t>
            </a:r>
          </a:p>
        </p:txBody>
      </p:sp>
      <p:sp>
        <p:nvSpPr>
          <p:cNvPr id="13" name="TextBox 12">
            <a:extLst>
              <a:ext uri="{FF2B5EF4-FFF2-40B4-BE49-F238E27FC236}">
                <a16:creationId xmlns:a16="http://schemas.microsoft.com/office/drawing/2014/main" id="{4EA838BC-BC7A-C662-5AEF-044158D34335}"/>
              </a:ext>
            </a:extLst>
          </p:cNvPr>
          <p:cNvSpPr txBox="1"/>
          <p:nvPr/>
        </p:nvSpPr>
        <p:spPr>
          <a:xfrm>
            <a:off x="6588459" y="5392547"/>
            <a:ext cx="2554310" cy="978729"/>
          </a:xfrm>
          <a:prstGeom prst="rect">
            <a:avLst/>
          </a:prstGeom>
          <a:noFill/>
          <a:ln w="3175">
            <a:miter lim="400000"/>
          </a:ln>
          <a:extLst>
            <a:ext uri="{C572A759-6A51-4108-AA02-DFA0A04FC94B}">
              <ma14:wrappingTextBoxFlag xmlns="" xmlns:ma14="http://schemas.microsoft.com/office/mac/drawingml/2011/main" val="1"/>
            </a:ext>
          </a:extLst>
        </p:spPr>
        <p:txBody>
          <a:bodyPr wrap="square">
            <a:spAutoFit/>
          </a:bodyPr>
          <a:lstStyle/>
          <a:p>
            <a:pPr marL="342900" marR="0" lvl="0" indent="-342900" algn="l" defTabSz="914400" rtl="0" eaLnBrk="1" fontAlgn="auto" latinLnBrk="0" hangingPunct="1">
              <a:lnSpc>
                <a:spcPct val="90000"/>
              </a:lnSpc>
              <a:spcBef>
                <a:spcPts val="0"/>
              </a:spcBef>
              <a:spcAft>
                <a:spcPts val="0"/>
              </a:spcAft>
              <a:buClrTx/>
              <a:buSzTx/>
              <a:buFont typeface="Wingdings" panose="05000000000000000000" pitchFamily="2" charset="2"/>
              <a:buChar char="§"/>
              <a:tabLst/>
              <a:defRPr/>
            </a:pPr>
            <a:r>
              <a:rPr kumimoji="0" lang="en-GB" sz="1600" b="0" i="0" u="none" strike="noStrike" kern="0" cap="none" spc="0" normalizeH="0" baseline="0" noProof="0" dirty="0">
                <a:ln>
                  <a:noFill/>
                </a:ln>
                <a:solidFill>
                  <a:prstClr val="black">
                    <a:lumMod val="50000"/>
                    <a:lumOff val="50000"/>
                  </a:prstClr>
                </a:solidFill>
                <a:effectLst/>
                <a:uLnTx/>
                <a:uFillTx/>
                <a:latin typeface="Lato Light"/>
                <a:ea typeface="+mn-ea"/>
                <a:cs typeface="+mn-cs"/>
              </a:rPr>
              <a:t>Then ‘Yes, stop sharing’ </a:t>
            </a:r>
          </a:p>
          <a:p>
            <a:pPr marL="342900" marR="0" lvl="0" indent="-342900" algn="l" defTabSz="914400" rtl="0" eaLnBrk="1" fontAlgn="auto" latinLnBrk="0" hangingPunct="1">
              <a:lnSpc>
                <a:spcPct val="90000"/>
              </a:lnSpc>
              <a:spcBef>
                <a:spcPts val="0"/>
              </a:spcBef>
              <a:spcAft>
                <a:spcPts val="0"/>
              </a:spcAft>
              <a:buClrTx/>
              <a:buSzTx/>
              <a:buFont typeface="Wingdings" panose="05000000000000000000" pitchFamily="2" charset="2"/>
              <a:buChar char="§"/>
              <a:tabLst/>
              <a:defRPr/>
            </a:pPr>
            <a:r>
              <a:rPr kumimoji="0" lang="en-GB" sz="1600" b="0" i="0" u="none" strike="noStrike" kern="0" cap="none" spc="0" normalizeH="0" baseline="0" noProof="0" dirty="0">
                <a:ln>
                  <a:noFill/>
                </a:ln>
                <a:solidFill>
                  <a:prstClr val="black">
                    <a:lumMod val="50000"/>
                    <a:lumOff val="50000"/>
                  </a:prstClr>
                </a:solidFill>
                <a:effectLst/>
                <a:uLnTx/>
                <a:uFillTx/>
                <a:latin typeface="Lato Light"/>
                <a:ea typeface="+mn-ea"/>
                <a:cs typeface="+mn-cs"/>
              </a:rPr>
              <a:t>This will end the customers ability to view your location</a:t>
            </a:r>
          </a:p>
        </p:txBody>
      </p:sp>
    </p:spTree>
    <p:extLst>
      <p:ext uri="{BB962C8B-B14F-4D97-AF65-F5344CB8AC3E}">
        <p14:creationId xmlns:p14="http://schemas.microsoft.com/office/powerpoint/2010/main" val="1188756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B4B58578-F4A4-4101-9325-B61CC832277C}"/>
              </a:ext>
            </a:extLst>
          </p:cNvPr>
          <p:cNvSpPr>
            <a:spLocks noGrp="1"/>
          </p:cNvSpPr>
          <p:nvPr>
            <p:ph type="body" sz="quarter" idx="58"/>
          </p:nvPr>
        </p:nvSpPr>
        <p:spPr/>
        <p:txBody>
          <a:bodyPr/>
          <a:lstStyle/>
          <a:p>
            <a:endParaRPr lang="en-GB"/>
          </a:p>
        </p:txBody>
      </p:sp>
      <p:sp>
        <p:nvSpPr>
          <p:cNvPr id="10" name="Text Placeholder 9">
            <a:extLst>
              <a:ext uri="{FF2B5EF4-FFF2-40B4-BE49-F238E27FC236}">
                <a16:creationId xmlns:a16="http://schemas.microsoft.com/office/drawing/2014/main" id="{ECE93E52-9EC4-4DAE-A222-6160DA5454EA}"/>
              </a:ext>
            </a:extLst>
          </p:cNvPr>
          <p:cNvSpPr>
            <a:spLocks noGrp="1"/>
          </p:cNvSpPr>
          <p:nvPr>
            <p:ph type="body" sz="quarter" idx="59"/>
          </p:nvPr>
        </p:nvSpPr>
        <p:spPr/>
        <p:txBody>
          <a:bodyPr/>
          <a:lstStyle/>
          <a:p>
            <a:endParaRPr lang="en-GB"/>
          </a:p>
        </p:txBody>
      </p:sp>
      <p:sp>
        <p:nvSpPr>
          <p:cNvPr id="7" name="Text Placeholder 2">
            <a:extLst>
              <a:ext uri="{FF2B5EF4-FFF2-40B4-BE49-F238E27FC236}">
                <a16:creationId xmlns:a16="http://schemas.microsoft.com/office/drawing/2014/main" id="{957247EC-15D6-4791-A19D-5E2C5959D351}"/>
              </a:ext>
            </a:extLst>
          </p:cNvPr>
          <p:cNvSpPr>
            <a:spLocks noGrp="1"/>
          </p:cNvSpPr>
          <p:nvPr>
            <p:ph type="body" sz="quarter" idx="14"/>
          </p:nvPr>
        </p:nvSpPr>
        <p:spPr>
          <a:xfrm>
            <a:off x="510293" y="486724"/>
            <a:ext cx="8036178" cy="457056"/>
          </a:xfrm>
        </p:spPr>
        <p:txBody>
          <a:bodyPr/>
          <a:lstStyle/>
          <a:p>
            <a:r>
              <a:rPr lang="en-GB" dirty="0"/>
              <a:t>How to use:  Comms Checker (Slide 1)</a:t>
            </a:r>
          </a:p>
          <a:p>
            <a:endParaRPr lang="en-GB" dirty="0"/>
          </a:p>
        </p:txBody>
      </p:sp>
      <p:sp>
        <p:nvSpPr>
          <p:cNvPr id="2" name="TextBox 1">
            <a:extLst>
              <a:ext uri="{FF2B5EF4-FFF2-40B4-BE49-F238E27FC236}">
                <a16:creationId xmlns:a16="http://schemas.microsoft.com/office/drawing/2014/main" id="{7D4026AF-F6E4-6DB1-98DF-5FEB11B15B18}"/>
              </a:ext>
            </a:extLst>
          </p:cNvPr>
          <p:cNvSpPr txBox="1"/>
          <p:nvPr/>
        </p:nvSpPr>
        <p:spPr>
          <a:xfrm>
            <a:off x="600001" y="1216729"/>
            <a:ext cx="10977710" cy="878753"/>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t" anchorCtr="0">
            <a:noAutofit/>
          </a:bodyPr>
          <a:lstStyle/>
          <a:p>
            <a:pPr>
              <a:lnSpc>
                <a:spcPct val="90000"/>
              </a:lnSpc>
            </a:pPr>
            <a:endParaRPr lang="en-GB" sz="1600" b="1" kern="0" dirty="0">
              <a:solidFill>
                <a:schemeClr val="tx1">
                  <a:lumMod val="50000"/>
                  <a:lumOff val="50000"/>
                </a:schemeClr>
              </a:solidFill>
            </a:endParaRPr>
          </a:p>
          <a:p>
            <a:pPr algn="l">
              <a:lnSpc>
                <a:spcPct val="90000"/>
              </a:lnSpc>
            </a:pPr>
            <a:endParaRPr lang="en-GB" sz="1600" b="0" kern="0" dirty="0">
              <a:solidFill>
                <a:schemeClr val="tx1">
                  <a:lumMod val="50000"/>
                  <a:lumOff val="50000"/>
                </a:schemeClr>
              </a:solidFill>
            </a:endParaRPr>
          </a:p>
        </p:txBody>
      </p:sp>
      <p:sp>
        <p:nvSpPr>
          <p:cNvPr id="8" name="TextBox 7">
            <a:extLst>
              <a:ext uri="{FF2B5EF4-FFF2-40B4-BE49-F238E27FC236}">
                <a16:creationId xmlns:a16="http://schemas.microsoft.com/office/drawing/2014/main" id="{F5B068E4-0526-4AC1-62F0-0BA3D4668B88}"/>
              </a:ext>
            </a:extLst>
          </p:cNvPr>
          <p:cNvSpPr txBox="1"/>
          <p:nvPr/>
        </p:nvSpPr>
        <p:spPr>
          <a:xfrm>
            <a:off x="1209822" y="4656406"/>
            <a:ext cx="2518116" cy="1714868"/>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t" anchorCtr="0">
            <a:noAutofit/>
          </a:bodyPr>
          <a:lstStyle/>
          <a:p>
            <a:pPr algn="l">
              <a:lnSpc>
                <a:spcPct val="90000"/>
              </a:lnSpc>
            </a:pPr>
            <a:endParaRPr lang="en-GB" sz="1600" b="0" kern="0" dirty="0">
              <a:solidFill>
                <a:schemeClr val="tx1">
                  <a:lumMod val="50000"/>
                  <a:lumOff val="50000"/>
                </a:schemeClr>
              </a:solidFill>
            </a:endParaRPr>
          </a:p>
        </p:txBody>
      </p:sp>
      <p:sp>
        <p:nvSpPr>
          <p:cNvPr id="13" name="TextBox 12">
            <a:extLst>
              <a:ext uri="{FF2B5EF4-FFF2-40B4-BE49-F238E27FC236}">
                <a16:creationId xmlns:a16="http://schemas.microsoft.com/office/drawing/2014/main" id="{D3C7158F-EBE4-E00F-3E9B-F6616F24080A}"/>
              </a:ext>
            </a:extLst>
          </p:cNvPr>
          <p:cNvSpPr txBox="1"/>
          <p:nvPr/>
        </p:nvSpPr>
        <p:spPr>
          <a:xfrm>
            <a:off x="6794695" y="2813538"/>
            <a:ext cx="984739" cy="436099"/>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b" anchorCtr="0">
            <a:noAutofit/>
          </a:bodyPr>
          <a:lstStyle/>
          <a:p>
            <a:pPr algn="l">
              <a:lnSpc>
                <a:spcPct val="90000"/>
              </a:lnSpc>
            </a:pPr>
            <a:endParaRPr lang="en-GB" sz="3200" b="0" kern="0" dirty="0">
              <a:solidFill>
                <a:schemeClr val="tx1">
                  <a:lumMod val="50000"/>
                  <a:lumOff val="50000"/>
                </a:schemeClr>
              </a:solidFill>
            </a:endParaRPr>
          </a:p>
        </p:txBody>
      </p:sp>
      <p:sp>
        <p:nvSpPr>
          <p:cNvPr id="3" name="TextBox 2">
            <a:extLst>
              <a:ext uri="{FF2B5EF4-FFF2-40B4-BE49-F238E27FC236}">
                <a16:creationId xmlns:a16="http://schemas.microsoft.com/office/drawing/2014/main" id="{61826840-CEC5-D520-B1A5-EE280EF34B9C}"/>
              </a:ext>
            </a:extLst>
          </p:cNvPr>
          <p:cNvSpPr txBox="1"/>
          <p:nvPr/>
        </p:nvSpPr>
        <p:spPr>
          <a:xfrm>
            <a:off x="745588" y="1216729"/>
            <a:ext cx="10339754" cy="742276"/>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b" anchorCtr="0">
            <a:noAutofit/>
          </a:bodyPr>
          <a:lstStyle/>
          <a:p>
            <a:pPr algn="l">
              <a:lnSpc>
                <a:spcPct val="90000"/>
              </a:lnSpc>
            </a:pPr>
            <a:endParaRPr lang="en-GB" sz="3200" b="0" kern="0" dirty="0">
              <a:solidFill>
                <a:schemeClr val="tx1">
                  <a:lumMod val="50000"/>
                  <a:lumOff val="50000"/>
                </a:schemeClr>
              </a:solidFill>
            </a:endParaRPr>
          </a:p>
        </p:txBody>
      </p:sp>
      <p:sp>
        <p:nvSpPr>
          <p:cNvPr id="15" name="TextBox 14">
            <a:extLst>
              <a:ext uri="{FF2B5EF4-FFF2-40B4-BE49-F238E27FC236}">
                <a16:creationId xmlns:a16="http://schemas.microsoft.com/office/drawing/2014/main" id="{2402134B-54E2-3719-3DAE-4609704A8FEC}"/>
              </a:ext>
            </a:extLst>
          </p:cNvPr>
          <p:cNvSpPr txBox="1"/>
          <p:nvPr/>
        </p:nvSpPr>
        <p:spPr>
          <a:xfrm>
            <a:off x="619172" y="1216729"/>
            <a:ext cx="10339754" cy="742267"/>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b" anchorCtr="0">
            <a:noAutofit/>
          </a:bodyPr>
          <a:lstStyle/>
          <a:p>
            <a:pPr algn="l">
              <a:lnSpc>
                <a:spcPct val="90000"/>
              </a:lnSpc>
            </a:pPr>
            <a:endParaRPr lang="en-GB" sz="3200" b="0" kern="0" dirty="0">
              <a:solidFill>
                <a:schemeClr val="tx1">
                  <a:lumMod val="50000"/>
                  <a:lumOff val="50000"/>
                </a:schemeClr>
              </a:solidFill>
            </a:endParaRPr>
          </a:p>
        </p:txBody>
      </p:sp>
      <p:sp>
        <p:nvSpPr>
          <p:cNvPr id="16" name="TextBox 15">
            <a:extLst>
              <a:ext uri="{FF2B5EF4-FFF2-40B4-BE49-F238E27FC236}">
                <a16:creationId xmlns:a16="http://schemas.microsoft.com/office/drawing/2014/main" id="{BCF4B5D3-61C7-4FF7-50F8-0448244D5D19}"/>
              </a:ext>
            </a:extLst>
          </p:cNvPr>
          <p:cNvSpPr txBox="1"/>
          <p:nvPr/>
        </p:nvSpPr>
        <p:spPr>
          <a:xfrm>
            <a:off x="619172" y="1216729"/>
            <a:ext cx="10705320" cy="742262"/>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t" anchorCtr="0">
            <a:noAutofit/>
          </a:bodyPr>
          <a:lstStyle/>
          <a:p>
            <a:pPr>
              <a:lnSpc>
                <a:spcPct val="90000"/>
              </a:lnSpc>
            </a:pPr>
            <a:r>
              <a:rPr lang="en-GB" b="1" kern="0" dirty="0">
                <a:solidFill>
                  <a:schemeClr val="tx1">
                    <a:lumMod val="50000"/>
                    <a:lumOff val="50000"/>
                  </a:schemeClr>
                </a:solidFill>
              </a:rPr>
              <a:t>Where and When to Use</a:t>
            </a:r>
          </a:p>
          <a:p>
            <a:pPr>
              <a:lnSpc>
                <a:spcPct val="90000"/>
              </a:lnSpc>
            </a:pPr>
            <a:endParaRPr lang="en-GB" sz="600" b="1" kern="0" dirty="0">
              <a:solidFill>
                <a:schemeClr val="tx1">
                  <a:lumMod val="50000"/>
                  <a:lumOff val="50000"/>
                </a:schemeClr>
              </a:solidFill>
            </a:endParaRPr>
          </a:p>
          <a:p>
            <a:pPr marL="342900" indent="-342900">
              <a:lnSpc>
                <a:spcPct val="90000"/>
              </a:lnSpc>
              <a:buFont typeface="Wingdings" panose="05000000000000000000" pitchFamily="2" charset="2"/>
              <a:buChar char="§"/>
            </a:pPr>
            <a:r>
              <a:rPr lang="en-GB" sz="1600" kern="0" dirty="0">
                <a:solidFill>
                  <a:schemeClr val="tx1">
                    <a:lumMod val="50000"/>
                    <a:lumOff val="50000"/>
                  </a:schemeClr>
                </a:solidFill>
              </a:rPr>
              <a:t>This functionality is designed to be used on site, and when you use it will be based on job type. If smart devices are already on site, it should be used </a:t>
            </a:r>
            <a:r>
              <a:rPr lang="en-GB" sz="1600" b="1" kern="0" dirty="0">
                <a:solidFill>
                  <a:schemeClr val="tx1">
                    <a:lumMod val="50000"/>
                    <a:lumOff val="50000"/>
                  </a:schemeClr>
                </a:solidFill>
              </a:rPr>
              <a:t>before and after carrying out the work </a:t>
            </a:r>
            <a:r>
              <a:rPr lang="en-GB" sz="1600" kern="0" dirty="0">
                <a:solidFill>
                  <a:schemeClr val="tx1">
                    <a:lumMod val="50000"/>
                    <a:lumOff val="50000"/>
                  </a:schemeClr>
                </a:solidFill>
              </a:rPr>
              <a:t>to check their status. If carrying out a dumb to smart install then this should be used after completing the job</a:t>
            </a:r>
            <a:endParaRPr lang="en-GB" sz="1900" kern="0" dirty="0">
              <a:solidFill>
                <a:schemeClr val="tx1">
                  <a:lumMod val="50000"/>
                  <a:lumOff val="50000"/>
                </a:schemeClr>
              </a:solidFill>
            </a:endParaRPr>
          </a:p>
          <a:p>
            <a:pPr algn="l">
              <a:lnSpc>
                <a:spcPct val="90000"/>
              </a:lnSpc>
            </a:pPr>
            <a:endParaRPr lang="en-GB" sz="1600" b="0" kern="0" dirty="0">
              <a:solidFill>
                <a:schemeClr val="tx1">
                  <a:lumMod val="50000"/>
                  <a:lumOff val="50000"/>
                </a:schemeClr>
              </a:solidFill>
            </a:endParaRPr>
          </a:p>
        </p:txBody>
      </p:sp>
      <p:sp>
        <p:nvSpPr>
          <p:cNvPr id="18" name="TextBox 17">
            <a:extLst>
              <a:ext uri="{FF2B5EF4-FFF2-40B4-BE49-F238E27FC236}">
                <a16:creationId xmlns:a16="http://schemas.microsoft.com/office/drawing/2014/main" id="{7ABDCB2C-7F7B-99B0-8F9C-9D7D0E2D6948}"/>
              </a:ext>
            </a:extLst>
          </p:cNvPr>
          <p:cNvSpPr txBox="1"/>
          <p:nvPr/>
        </p:nvSpPr>
        <p:spPr>
          <a:xfrm>
            <a:off x="4403188" y="2254760"/>
            <a:ext cx="3038621" cy="558778"/>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b" anchorCtr="0">
            <a:noAutofit/>
          </a:bodyPr>
          <a:lstStyle/>
          <a:p>
            <a:pPr algn="ctr">
              <a:lnSpc>
                <a:spcPct val="90000"/>
              </a:lnSpc>
            </a:pPr>
            <a:endParaRPr lang="en-GB" sz="1600" b="1" kern="0" dirty="0">
              <a:solidFill>
                <a:schemeClr val="tx1">
                  <a:lumMod val="50000"/>
                  <a:lumOff val="50000"/>
                </a:schemeClr>
              </a:solidFill>
            </a:endParaRPr>
          </a:p>
          <a:p>
            <a:pPr algn="ctr">
              <a:lnSpc>
                <a:spcPct val="90000"/>
              </a:lnSpc>
            </a:pPr>
            <a:endParaRPr lang="en-GB" sz="1600" b="1" kern="0" dirty="0">
              <a:solidFill>
                <a:schemeClr val="tx1">
                  <a:lumMod val="50000"/>
                  <a:lumOff val="50000"/>
                </a:schemeClr>
              </a:solidFill>
            </a:endParaRPr>
          </a:p>
          <a:p>
            <a:pPr algn="ctr">
              <a:lnSpc>
                <a:spcPct val="90000"/>
              </a:lnSpc>
            </a:pPr>
            <a:endParaRPr lang="en-GB" sz="1600" b="0" kern="0" dirty="0">
              <a:solidFill>
                <a:schemeClr val="tx1">
                  <a:lumMod val="50000"/>
                  <a:lumOff val="50000"/>
                </a:schemeClr>
              </a:solidFill>
            </a:endParaRPr>
          </a:p>
        </p:txBody>
      </p:sp>
      <p:sp>
        <p:nvSpPr>
          <p:cNvPr id="4" name="TextBox 3">
            <a:extLst>
              <a:ext uri="{FF2B5EF4-FFF2-40B4-BE49-F238E27FC236}">
                <a16:creationId xmlns:a16="http://schemas.microsoft.com/office/drawing/2014/main" id="{08C1AC16-0AF7-92FB-6C31-220934940041}"/>
              </a:ext>
            </a:extLst>
          </p:cNvPr>
          <p:cNvSpPr txBox="1"/>
          <p:nvPr/>
        </p:nvSpPr>
        <p:spPr>
          <a:xfrm>
            <a:off x="4825218" y="2254760"/>
            <a:ext cx="2616591" cy="440285"/>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t" anchorCtr="0">
            <a:noAutofit/>
          </a:bodyPr>
          <a:lstStyle/>
          <a:p>
            <a:pPr algn="ctr">
              <a:lnSpc>
                <a:spcPct val="90000"/>
              </a:lnSpc>
            </a:pPr>
            <a:r>
              <a:rPr lang="en-GB" sz="1600" b="1" kern="0" dirty="0">
                <a:solidFill>
                  <a:schemeClr val="tx1">
                    <a:lumMod val="50000"/>
                    <a:lumOff val="50000"/>
                  </a:schemeClr>
                </a:solidFill>
              </a:rPr>
              <a:t>Triggering Smart Diagnosis</a:t>
            </a:r>
          </a:p>
          <a:p>
            <a:pPr algn="ctr">
              <a:lnSpc>
                <a:spcPct val="90000"/>
              </a:lnSpc>
            </a:pPr>
            <a:endParaRPr lang="en-GB" sz="1600" b="1" kern="0" dirty="0">
              <a:solidFill>
                <a:schemeClr val="tx1">
                  <a:lumMod val="50000"/>
                  <a:lumOff val="50000"/>
                </a:schemeClr>
              </a:solidFill>
            </a:endParaRPr>
          </a:p>
        </p:txBody>
      </p:sp>
      <p:pic>
        <p:nvPicPr>
          <p:cNvPr id="5" name="Picture 4">
            <a:extLst>
              <a:ext uri="{FF2B5EF4-FFF2-40B4-BE49-F238E27FC236}">
                <a16:creationId xmlns:a16="http://schemas.microsoft.com/office/drawing/2014/main" id="{1F51AEA7-9FB6-0091-BDDA-91638A93CADA}"/>
              </a:ext>
            </a:extLst>
          </p:cNvPr>
          <p:cNvPicPr>
            <a:picLocks noChangeAspect="1"/>
          </p:cNvPicPr>
          <p:nvPr/>
        </p:nvPicPr>
        <p:blipFill>
          <a:blip r:embed="rId2"/>
          <a:stretch>
            <a:fillRect/>
          </a:stretch>
        </p:blipFill>
        <p:spPr>
          <a:xfrm>
            <a:off x="1033131" y="2405574"/>
            <a:ext cx="2160621" cy="3285516"/>
          </a:xfrm>
          <a:prstGeom prst="rect">
            <a:avLst/>
          </a:prstGeom>
        </p:spPr>
      </p:pic>
      <p:pic>
        <p:nvPicPr>
          <p:cNvPr id="6" name="Picture 5">
            <a:extLst>
              <a:ext uri="{FF2B5EF4-FFF2-40B4-BE49-F238E27FC236}">
                <a16:creationId xmlns:a16="http://schemas.microsoft.com/office/drawing/2014/main" id="{F0754F92-CFE0-DAD7-539D-A04E9F5DCFDF}"/>
              </a:ext>
            </a:extLst>
          </p:cNvPr>
          <p:cNvPicPr>
            <a:picLocks noChangeAspect="1"/>
          </p:cNvPicPr>
          <p:nvPr/>
        </p:nvPicPr>
        <p:blipFill>
          <a:blip r:embed="rId3"/>
          <a:stretch>
            <a:fillRect/>
          </a:stretch>
        </p:blipFill>
        <p:spPr>
          <a:xfrm>
            <a:off x="4937374" y="2695045"/>
            <a:ext cx="2297913" cy="2805423"/>
          </a:xfrm>
          <a:prstGeom prst="rect">
            <a:avLst/>
          </a:prstGeom>
        </p:spPr>
      </p:pic>
      <p:pic>
        <p:nvPicPr>
          <p:cNvPr id="11" name="Picture 10">
            <a:extLst>
              <a:ext uri="{FF2B5EF4-FFF2-40B4-BE49-F238E27FC236}">
                <a16:creationId xmlns:a16="http://schemas.microsoft.com/office/drawing/2014/main" id="{38E936D3-6709-3E21-328E-AD8A6756551F}"/>
              </a:ext>
            </a:extLst>
          </p:cNvPr>
          <p:cNvPicPr>
            <a:picLocks noChangeAspect="1"/>
          </p:cNvPicPr>
          <p:nvPr/>
        </p:nvPicPr>
        <p:blipFill>
          <a:blip r:embed="rId4"/>
          <a:stretch>
            <a:fillRect/>
          </a:stretch>
        </p:blipFill>
        <p:spPr>
          <a:xfrm>
            <a:off x="8978909" y="2576084"/>
            <a:ext cx="2138435" cy="3065187"/>
          </a:xfrm>
          <a:prstGeom prst="rect">
            <a:avLst/>
          </a:prstGeom>
        </p:spPr>
      </p:pic>
      <p:sp>
        <p:nvSpPr>
          <p:cNvPr id="12" name="TextBox 11">
            <a:extLst>
              <a:ext uri="{FF2B5EF4-FFF2-40B4-BE49-F238E27FC236}">
                <a16:creationId xmlns:a16="http://schemas.microsoft.com/office/drawing/2014/main" id="{AD666952-3516-366D-4A30-BDF5B82C06DF}"/>
              </a:ext>
            </a:extLst>
          </p:cNvPr>
          <p:cNvSpPr txBox="1"/>
          <p:nvPr/>
        </p:nvSpPr>
        <p:spPr>
          <a:xfrm>
            <a:off x="619172" y="5777746"/>
            <a:ext cx="3474526" cy="670192"/>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t" anchorCtr="0">
            <a:noAutofit/>
          </a:bodyPr>
          <a:lstStyle/>
          <a:p>
            <a:pPr marL="285750" indent="-285750">
              <a:lnSpc>
                <a:spcPct val="90000"/>
              </a:lnSpc>
              <a:buFont typeface="Wingdings" panose="05000000000000000000" pitchFamily="2" charset="2"/>
              <a:buChar char="§"/>
            </a:pPr>
            <a:r>
              <a:rPr lang="en-GB" sz="1400" kern="0" dirty="0">
                <a:solidFill>
                  <a:schemeClr val="tx1">
                    <a:lumMod val="50000"/>
                    <a:lumOff val="50000"/>
                  </a:schemeClr>
                </a:solidFill>
              </a:rPr>
              <a:t>Within the ‘Meter History’ section of the main screen there is a heading called ‘Smart Diagnosis’</a:t>
            </a:r>
          </a:p>
          <a:p>
            <a:pPr>
              <a:lnSpc>
                <a:spcPct val="90000"/>
              </a:lnSpc>
            </a:pPr>
            <a:endParaRPr lang="en-GB" sz="1600" b="0" kern="0" dirty="0">
              <a:solidFill>
                <a:schemeClr val="tx1">
                  <a:lumMod val="50000"/>
                  <a:lumOff val="50000"/>
                </a:schemeClr>
              </a:solidFill>
            </a:endParaRPr>
          </a:p>
        </p:txBody>
      </p:sp>
      <p:sp>
        <p:nvSpPr>
          <p:cNvPr id="14" name="TextBox 13">
            <a:extLst>
              <a:ext uri="{FF2B5EF4-FFF2-40B4-BE49-F238E27FC236}">
                <a16:creationId xmlns:a16="http://schemas.microsoft.com/office/drawing/2014/main" id="{5EF1C4AC-B55E-765E-8120-CEA316FEAF34}"/>
              </a:ext>
            </a:extLst>
          </p:cNvPr>
          <p:cNvSpPr txBox="1"/>
          <p:nvPr/>
        </p:nvSpPr>
        <p:spPr>
          <a:xfrm>
            <a:off x="4623779" y="5569185"/>
            <a:ext cx="3474525" cy="802089"/>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t" anchorCtr="0">
            <a:noAutofit/>
          </a:bodyPr>
          <a:lstStyle/>
          <a:p>
            <a:pPr marL="342900" indent="-342900">
              <a:lnSpc>
                <a:spcPct val="90000"/>
              </a:lnSpc>
              <a:buFont typeface="Wingdings" panose="05000000000000000000" pitchFamily="2" charset="2"/>
              <a:buChar char="§"/>
            </a:pPr>
            <a:r>
              <a:rPr lang="en-GB" sz="1400" kern="0" dirty="0">
                <a:solidFill>
                  <a:schemeClr val="tx1">
                    <a:lumMod val="50000"/>
                    <a:lumOff val="50000"/>
                  </a:schemeClr>
                </a:solidFill>
              </a:rPr>
              <a:t>Click on this heading to expand it, this will provide information on how to perform the test</a:t>
            </a:r>
          </a:p>
          <a:p>
            <a:pPr marL="342900" indent="-342900">
              <a:lnSpc>
                <a:spcPct val="90000"/>
              </a:lnSpc>
              <a:buFont typeface="Wingdings" panose="05000000000000000000" pitchFamily="2" charset="2"/>
              <a:buChar char="§"/>
            </a:pPr>
            <a:r>
              <a:rPr lang="en-GB" sz="1400" kern="0" dirty="0">
                <a:solidFill>
                  <a:schemeClr val="tx1">
                    <a:lumMod val="50000"/>
                    <a:lumOff val="50000"/>
                  </a:schemeClr>
                </a:solidFill>
              </a:rPr>
              <a:t>Click on ‘Trigger smart diagnosis’ to start the process </a:t>
            </a:r>
          </a:p>
          <a:p>
            <a:pPr algn="l">
              <a:lnSpc>
                <a:spcPct val="90000"/>
              </a:lnSpc>
            </a:pPr>
            <a:endParaRPr lang="en-GB" sz="1600" b="0" kern="0" dirty="0">
              <a:solidFill>
                <a:schemeClr val="tx1">
                  <a:lumMod val="50000"/>
                  <a:lumOff val="50000"/>
                </a:schemeClr>
              </a:solidFill>
            </a:endParaRPr>
          </a:p>
        </p:txBody>
      </p:sp>
      <p:sp>
        <p:nvSpPr>
          <p:cNvPr id="17" name="TextBox 16">
            <a:extLst>
              <a:ext uri="{FF2B5EF4-FFF2-40B4-BE49-F238E27FC236}">
                <a16:creationId xmlns:a16="http://schemas.microsoft.com/office/drawing/2014/main" id="{0E743CAF-1F9F-CB0B-F736-BD9A0F03907A}"/>
              </a:ext>
            </a:extLst>
          </p:cNvPr>
          <p:cNvSpPr txBox="1"/>
          <p:nvPr/>
        </p:nvSpPr>
        <p:spPr>
          <a:xfrm>
            <a:off x="8792308" y="5641271"/>
            <a:ext cx="2532184" cy="1026815"/>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b" anchorCtr="0">
            <a:noAutofit/>
          </a:bodyPr>
          <a:lstStyle/>
          <a:p>
            <a:pPr algn="l">
              <a:lnSpc>
                <a:spcPct val="90000"/>
              </a:lnSpc>
            </a:pPr>
            <a:endParaRPr lang="en-GB" sz="3200" b="0" kern="0" dirty="0">
              <a:solidFill>
                <a:schemeClr val="tx1">
                  <a:lumMod val="50000"/>
                  <a:lumOff val="50000"/>
                </a:schemeClr>
              </a:solidFill>
            </a:endParaRPr>
          </a:p>
        </p:txBody>
      </p:sp>
      <p:sp>
        <p:nvSpPr>
          <p:cNvPr id="23" name="TextBox 22">
            <a:extLst>
              <a:ext uri="{FF2B5EF4-FFF2-40B4-BE49-F238E27FC236}">
                <a16:creationId xmlns:a16="http://schemas.microsoft.com/office/drawing/2014/main" id="{1AA4B859-1D15-6CD1-B8B3-E13B2DEB9E75}"/>
              </a:ext>
            </a:extLst>
          </p:cNvPr>
          <p:cNvSpPr txBox="1"/>
          <p:nvPr/>
        </p:nvSpPr>
        <p:spPr>
          <a:xfrm>
            <a:off x="8792308" y="5691090"/>
            <a:ext cx="2780520" cy="878753"/>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t" anchorCtr="0">
            <a:noAutofit/>
          </a:bodyPr>
          <a:lstStyle/>
          <a:p>
            <a:pPr marL="285750" indent="-285750">
              <a:lnSpc>
                <a:spcPct val="90000"/>
              </a:lnSpc>
              <a:buFont typeface="Wingdings" panose="05000000000000000000" pitchFamily="2" charset="2"/>
              <a:buChar char="§"/>
            </a:pPr>
            <a:r>
              <a:rPr lang="en-GB" sz="1400" kern="0" dirty="0">
                <a:solidFill>
                  <a:schemeClr val="tx1">
                    <a:lumMod val="50000"/>
                    <a:lumOff val="50000"/>
                  </a:schemeClr>
                </a:solidFill>
              </a:rPr>
              <a:t>The App will complete an inventory and communications check against the smart devices in the property</a:t>
            </a:r>
            <a:endParaRPr lang="en-GB" sz="1800" kern="0" dirty="0">
              <a:solidFill>
                <a:schemeClr val="tx1">
                  <a:lumMod val="50000"/>
                  <a:lumOff val="50000"/>
                </a:schemeClr>
              </a:solidFill>
            </a:endParaRPr>
          </a:p>
          <a:p>
            <a:pPr algn="l">
              <a:lnSpc>
                <a:spcPct val="90000"/>
              </a:lnSpc>
            </a:pPr>
            <a:endParaRPr lang="en-GB" sz="1400" b="0" kern="0" dirty="0">
              <a:solidFill>
                <a:schemeClr val="tx1">
                  <a:lumMod val="50000"/>
                  <a:lumOff val="50000"/>
                </a:schemeClr>
              </a:solidFill>
            </a:endParaRPr>
          </a:p>
        </p:txBody>
      </p:sp>
      <p:sp>
        <p:nvSpPr>
          <p:cNvPr id="24" name="Rectangle 23">
            <a:extLst>
              <a:ext uri="{FF2B5EF4-FFF2-40B4-BE49-F238E27FC236}">
                <a16:creationId xmlns:a16="http://schemas.microsoft.com/office/drawing/2014/main" id="{9F5C43C0-7F76-1A55-3CF8-525442DD3665}"/>
              </a:ext>
            </a:extLst>
          </p:cNvPr>
          <p:cNvSpPr/>
          <p:nvPr/>
        </p:nvSpPr>
        <p:spPr>
          <a:xfrm>
            <a:off x="1209822" y="5500468"/>
            <a:ext cx="1871003" cy="200614"/>
          </a:xfrm>
          <a:prstGeom prst="rect">
            <a:avLst/>
          </a:prstGeom>
          <a:noFill/>
          <a:ln w="381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24">
            <a:extLst>
              <a:ext uri="{FF2B5EF4-FFF2-40B4-BE49-F238E27FC236}">
                <a16:creationId xmlns:a16="http://schemas.microsoft.com/office/drawing/2014/main" id="{C0502DA6-5E5B-42A2-7186-4ED7F58F3EC1}"/>
              </a:ext>
            </a:extLst>
          </p:cNvPr>
          <p:cNvSpPr/>
          <p:nvPr/>
        </p:nvSpPr>
        <p:spPr>
          <a:xfrm>
            <a:off x="5205046" y="4851129"/>
            <a:ext cx="1814732" cy="436099"/>
          </a:xfrm>
          <a:prstGeom prst="rect">
            <a:avLst/>
          </a:prstGeom>
          <a:noFill/>
          <a:ln w="381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010680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B4B58578-F4A4-4101-9325-B61CC832277C}"/>
              </a:ext>
            </a:extLst>
          </p:cNvPr>
          <p:cNvSpPr>
            <a:spLocks noGrp="1"/>
          </p:cNvSpPr>
          <p:nvPr>
            <p:ph type="body" sz="quarter" idx="58"/>
          </p:nvPr>
        </p:nvSpPr>
        <p:spPr/>
        <p:txBody>
          <a:bodyPr/>
          <a:lstStyle/>
          <a:p>
            <a:endParaRPr lang="en-GB"/>
          </a:p>
        </p:txBody>
      </p:sp>
      <p:sp>
        <p:nvSpPr>
          <p:cNvPr id="10" name="Text Placeholder 9">
            <a:extLst>
              <a:ext uri="{FF2B5EF4-FFF2-40B4-BE49-F238E27FC236}">
                <a16:creationId xmlns:a16="http://schemas.microsoft.com/office/drawing/2014/main" id="{ECE93E52-9EC4-4DAE-A222-6160DA5454EA}"/>
              </a:ext>
            </a:extLst>
          </p:cNvPr>
          <p:cNvSpPr>
            <a:spLocks noGrp="1"/>
          </p:cNvSpPr>
          <p:nvPr>
            <p:ph type="body" sz="quarter" idx="59"/>
          </p:nvPr>
        </p:nvSpPr>
        <p:spPr/>
        <p:txBody>
          <a:bodyPr/>
          <a:lstStyle/>
          <a:p>
            <a:endParaRPr lang="en-GB"/>
          </a:p>
        </p:txBody>
      </p:sp>
      <p:sp>
        <p:nvSpPr>
          <p:cNvPr id="7" name="Text Placeholder 2">
            <a:extLst>
              <a:ext uri="{FF2B5EF4-FFF2-40B4-BE49-F238E27FC236}">
                <a16:creationId xmlns:a16="http://schemas.microsoft.com/office/drawing/2014/main" id="{957247EC-15D6-4791-A19D-5E2C5959D351}"/>
              </a:ext>
            </a:extLst>
          </p:cNvPr>
          <p:cNvSpPr>
            <a:spLocks noGrp="1"/>
          </p:cNvSpPr>
          <p:nvPr>
            <p:ph type="body" sz="quarter" idx="14"/>
          </p:nvPr>
        </p:nvSpPr>
        <p:spPr>
          <a:xfrm>
            <a:off x="510293" y="486724"/>
            <a:ext cx="8036178" cy="457056"/>
          </a:xfrm>
        </p:spPr>
        <p:txBody>
          <a:bodyPr/>
          <a:lstStyle/>
          <a:p>
            <a:r>
              <a:rPr lang="en-GB" dirty="0"/>
              <a:t>How to use:  Comms Checker (Slide 2)</a:t>
            </a:r>
          </a:p>
          <a:p>
            <a:endParaRPr lang="en-GB" dirty="0"/>
          </a:p>
        </p:txBody>
      </p:sp>
      <p:sp>
        <p:nvSpPr>
          <p:cNvPr id="2" name="TextBox 1">
            <a:extLst>
              <a:ext uri="{FF2B5EF4-FFF2-40B4-BE49-F238E27FC236}">
                <a16:creationId xmlns:a16="http://schemas.microsoft.com/office/drawing/2014/main" id="{7D4026AF-F6E4-6DB1-98DF-5FEB11B15B18}"/>
              </a:ext>
            </a:extLst>
          </p:cNvPr>
          <p:cNvSpPr txBox="1"/>
          <p:nvPr/>
        </p:nvSpPr>
        <p:spPr>
          <a:xfrm>
            <a:off x="600001" y="1216729"/>
            <a:ext cx="10977710" cy="878753"/>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t" anchorCtr="0">
            <a:noAutofit/>
          </a:bodyPr>
          <a:lstStyle/>
          <a:p>
            <a:pPr>
              <a:lnSpc>
                <a:spcPct val="90000"/>
              </a:lnSpc>
            </a:pPr>
            <a:endParaRPr lang="en-GB" sz="1600" b="1" kern="0" dirty="0">
              <a:solidFill>
                <a:schemeClr val="tx1">
                  <a:lumMod val="50000"/>
                  <a:lumOff val="50000"/>
                </a:schemeClr>
              </a:solidFill>
            </a:endParaRPr>
          </a:p>
          <a:p>
            <a:pPr algn="l">
              <a:lnSpc>
                <a:spcPct val="90000"/>
              </a:lnSpc>
            </a:pPr>
            <a:endParaRPr lang="en-GB" sz="1600" b="0" kern="0" dirty="0">
              <a:solidFill>
                <a:schemeClr val="tx1">
                  <a:lumMod val="50000"/>
                  <a:lumOff val="50000"/>
                </a:schemeClr>
              </a:solidFill>
            </a:endParaRPr>
          </a:p>
        </p:txBody>
      </p:sp>
      <p:sp>
        <p:nvSpPr>
          <p:cNvPr id="8" name="TextBox 7">
            <a:extLst>
              <a:ext uri="{FF2B5EF4-FFF2-40B4-BE49-F238E27FC236}">
                <a16:creationId xmlns:a16="http://schemas.microsoft.com/office/drawing/2014/main" id="{F5B068E4-0526-4AC1-62F0-0BA3D4668B88}"/>
              </a:ext>
            </a:extLst>
          </p:cNvPr>
          <p:cNvSpPr txBox="1"/>
          <p:nvPr/>
        </p:nvSpPr>
        <p:spPr>
          <a:xfrm>
            <a:off x="1209822" y="4656406"/>
            <a:ext cx="2518116" cy="1714868"/>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t" anchorCtr="0">
            <a:noAutofit/>
          </a:bodyPr>
          <a:lstStyle/>
          <a:p>
            <a:pPr algn="l">
              <a:lnSpc>
                <a:spcPct val="90000"/>
              </a:lnSpc>
            </a:pPr>
            <a:endParaRPr lang="en-GB" sz="1600" b="0" kern="0" dirty="0">
              <a:solidFill>
                <a:schemeClr val="tx1">
                  <a:lumMod val="50000"/>
                  <a:lumOff val="50000"/>
                </a:schemeClr>
              </a:solidFill>
            </a:endParaRPr>
          </a:p>
        </p:txBody>
      </p:sp>
      <p:sp>
        <p:nvSpPr>
          <p:cNvPr id="13" name="TextBox 12">
            <a:extLst>
              <a:ext uri="{FF2B5EF4-FFF2-40B4-BE49-F238E27FC236}">
                <a16:creationId xmlns:a16="http://schemas.microsoft.com/office/drawing/2014/main" id="{D3C7158F-EBE4-E00F-3E9B-F6616F24080A}"/>
              </a:ext>
            </a:extLst>
          </p:cNvPr>
          <p:cNvSpPr txBox="1"/>
          <p:nvPr/>
        </p:nvSpPr>
        <p:spPr>
          <a:xfrm>
            <a:off x="6794695" y="2813538"/>
            <a:ext cx="984739" cy="436099"/>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b" anchorCtr="0">
            <a:noAutofit/>
          </a:bodyPr>
          <a:lstStyle/>
          <a:p>
            <a:pPr algn="l">
              <a:lnSpc>
                <a:spcPct val="90000"/>
              </a:lnSpc>
            </a:pPr>
            <a:endParaRPr lang="en-GB" sz="3200" b="0" kern="0" dirty="0">
              <a:solidFill>
                <a:schemeClr val="tx1">
                  <a:lumMod val="50000"/>
                  <a:lumOff val="50000"/>
                </a:schemeClr>
              </a:solidFill>
            </a:endParaRPr>
          </a:p>
        </p:txBody>
      </p:sp>
      <p:sp>
        <p:nvSpPr>
          <p:cNvPr id="3" name="TextBox 2">
            <a:extLst>
              <a:ext uri="{FF2B5EF4-FFF2-40B4-BE49-F238E27FC236}">
                <a16:creationId xmlns:a16="http://schemas.microsoft.com/office/drawing/2014/main" id="{61826840-CEC5-D520-B1A5-EE280EF34B9C}"/>
              </a:ext>
            </a:extLst>
          </p:cNvPr>
          <p:cNvSpPr txBox="1"/>
          <p:nvPr/>
        </p:nvSpPr>
        <p:spPr>
          <a:xfrm>
            <a:off x="745588" y="1216729"/>
            <a:ext cx="10339754" cy="742276"/>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b" anchorCtr="0">
            <a:noAutofit/>
          </a:bodyPr>
          <a:lstStyle/>
          <a:p>
            <a:pPr algn="l">
              <a:lnSpc>
                <a:spcPct val="90000"/>
              </a:lnSpc>
            </a:pPr>
            <a:endParaRPr lang="en-GB" sz="3200" b="0" kern="0" dirty="0">
              <a:solidFill>
                <a:schemeClr val="tx1">
                  <a:lumMod val="50000"/>
                  <a:lumOff val="50000"/>
                </a:schemeClr>
              </a:solidFill>
            </a:endParaRPr>
          </a:p>
        </p:txBody>
      </p:sp>
      <p:sp>
        <p:nvSpPr>
          <p:cNvPr id="15" name="TextBox 14">
            <a:extLst>
              <a:ext uri="{FF2B5EF4-FFF2-40B4-BE49-F238E27FC236}">
                <a16:creationId xmlns:a16="http://schemas.microsoft.com/office/drawing/2014/main" id="{2402134B-54E2-3719-3DAE-4609704A8FEC}"/>
              </a:ext>
            </a:extLst>
          </p:cNvPr>
          <p:cNvSpPr txBox="1"/>
          <p:nvPr/>
        </p:nvSpPr>
        <p:spPr>
          <a:xfrm>
            <a:off x="619172" y="1216729"/>
            <a:ext cx="10339754" cy="742267"/>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b" anchorCtr="0">
            <a:noAutofit/>
          </a:bodyPr>
          <a:lstStyle/>
          <a:p>
            <a:pPr algn="l">
              <a:lnSpc>
                <a:spcPct val="90000"/>
              </a:lnSpc>
            </a:pPr>
            <a:endParaRPr lang="en-GB" sz="3200" b="0" kern="0" dirty="0">
              <a:solidFill>
                <a:schemeClr val="tx1">
                  <a:lumMod val="50000"/>
                  <a:lumOff val="50000"/>
                </a:schemeClr>
              </a:solidFill>
            </a:endParaRPr>
          </a:p>
        </p:txBody>
      </p:sp>
      <p:sp>
        <p:nvSpPr>
          <p:cNvPr id="16" name="TextBox 15">
            <a:extLst>
              <a:ext uri="{FF2B5EF4-FFF2-40B4-BE49-F238E27FC236}">
                <a16:creationId xmlns:a16="http://schemas.microsoft.com/office/drawing/2014/main" id="{BCF4B5D3-61C7-4FF7-50F8-0448244D5D19}"/>
              </a:ext>
            </a:extLst>
          </p:cNvPr>
          <p:cNvSpPr txBox="1"/>
          <p:nvPr/>
        </p:nvSpPr>
        <p:spPr>
          <a:xfrm>
            <a:off x="745589" y="1589650"/>
            <a:ext cx="3531184" cy="1915054"/>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t" anchorCtr="0">
            <a:noAutofit/>
          </a:bodyPr>
          <a:lstStyle/>
          <a:p>
            <a:pPr marL="342900" indent="-342900">
              <a:lnSpc>
                <a:spcPct val="90000"/>
              </a:lnSpc>
              <a:buFont typeface="Wingdings" panose="05000000000000000000" pitchFamily="2" charset="2"/>
              <a:buChar char="§"/>
            </a:pPr>
            <a:r>
              <a:rPr lang="en-GB" sz="1600" kern="0" dirty="0">
                <a:solidFill>
                  <a:schemeClr val="tx1">
                    <a:lumMod val="50000"/>
                    <a:lumOff val="50000"/>
                  </a:schemeClr>
                </a:solidFill>
              </a:rPr>
              <a:t>The blue boxes will provide important information to consider. As shown in the screenshot a comms check of ‘</a:t>
            </a:r>
            <a:r>
              <a:rPr lang="en-GB" sz="1600" b="1" kern="0" dirty="0">
                <a:solidFill>
                  <a:schemeClr val="tx1">
                    <a:lumMod val="50000"/>
                    <a:lumOff val="50000"/>
                  </a:schemeClr>
                </a:solidFill>
              </a:rPr>
              <a:t>Unknown</a:t>
            </a:r>
            <a:r>
              <a:rPr lang="en-GB" sz="1600" kern="0" dirty="0">
                <a:solidFill>
                  <a:schemeClr val="tx1">
                    <a:lumMod val="50000"/>
                    <a:lumOff val="50000"/>
                  </a:schemeClr>
                </a:solidFill>
              </a:rPr>
              <a:t>’ doesn’t necessary mean device is not communicating, it can just be due to a timing issue. </a:t>
            </a:r>
          </a:p>
        </p:txBody>
      </p:sp>
      <p:sp>
        <p:nvSpPr>
          <p:cNvPr id="18" name="TextBox 17">
            <a:extLst>
              <a:ext uri="{FF2B5EF4-FFF2-40B4-BE49-F238E27FC236}">
                <a16:creationId xmlns:a16="http://schemas.microsoft.com/office/drawing/2014/main" id="{7ABDCB2C-7F7B-99B0-8F9C-9D7D0E2D6948}"/>
              </a:ext>
            </a:extLst>
          </p:cNvPr>
          <p:cNvSpPr txBox="1"/>
          <p:nvPr/>
        </p:nvSpPr>
        <p:spPr>
          <a:xfrm>
            <a:off x="4403188" y="2254760"/>
            <a:ext cx="3038621" cy="558778"/>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b" anchorCtr="0">
            <a:noAutofit/>
          </a:bodyPr>
          <a:lstStyle/>
          <a:p>
            <a:pPr algn="ctr">
              <a:lnSpc>
                <a:spcPct val="90000"/>
              </a:lnSpc>
            </a:pPr>
            <a:endParaRPr lang="en-GB" sz="1600" b="1" kern="0" dirty="0">
              <a:solidFill>
                <a:schemeClr val="tx1">
                  <a:lumMod val="50000"/>
                  <a:lumOff val="50000"/>
                </a:schemeClr>
              </a:solidFill>
            </a:endParaRPr>
          </a:p>
          <a:p>
            <a:pPr algn="ctr">
              <a:lnSpc>
                <a:spcPct val="90000"/>
              </a:lnSpc>
            </a:pPr>
            <a:endParaRPr lang="en-GB" sz="1600" b="1" kern="0" dirty="0">
              <a:solidFill>
                <a:schemeClr val="tx1">
                  <a:lumMod val="50000"/>
                  <a:lumOff val="50000"/>
                </a:schemeClr>
              </a:solidFill>
            </a:endParaRPr>
          </a:p>
          <a:p>
            <a:pPr algn="ctr">
              <a:lnSpc>
                <a:spcPct val="90000"/>
              </a:lnSpc>
            </a:pPr>
            <a:endParaRPr lang="en-GB" sz="1600" b="0" kern="0" dirty="0">
              <a:solidFill>
                <a:schemeClr val="tx1">
                  <a:lumMod val="50000"/>
                  <a:lumOff val="50000"/>
                </a:schemeClr>
              </a:solidFill>
            </a:endParaRPr>
          </a:p>
        </p:txBody>
      </p:sp>
      <p:sp>
        <p:nvSpPr>
          <p:cNvPr id="17" name="TextBox 16">
            <a:extLst>
              <a:ext uri="{FF2B5EF4-FFF2-40B4-BE49-F238E27FC236}">
                <a16:creationId xmlns:a16="http://schemas.microsoft.com/office/drawing/2014/main" id="{0E743CAF-1F9F-CB0B-F736-BD9A0F03907A}"/>
              </a:ext>
            </a:extLst>
          </p:cNvPr>
          <p:cNvSpPr txBox="1"/>
          <p:nvPr/>
        </p:nvSpPr>
        <p:spPr>
          <a:xfrm>
            <a:off x="8792308" y="5641271"/>
            <a:ext cx="2532184" cy="1026815"/>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b" anchorCtr="0">
            <a:noAutofit/>
          </a:bodyPr>
          <a:lstStyle/>
          <a:p>
            <a:pPr algn="l">
              <a:lnSpc>
                <a:spcPct val="90000"/>
              </a:lnSpc>
            </a:pPr>
            <a:endParaRPr lang="en-GB" sz="3200" b="0" kern="0" dirty="0">
              <a:solidFill>
                <a:schemeClr val="tx1">
                  <a:lumMod val="50000"/>
                  <a:lumOff val="50000"/>
                </a:schemeClr>
              </a:solidFill>
            </a:endParaRPr>
          </a:p>
        </p:txBody>
      </p:sp>
      <p:sp>
        <p:nvSpPr>
          <p:cNvPr id="20" name="TextBox 19">
            <a:extLst>
              <a:ext uri="{FF2B5EF4-FFF2-40B4-BE49-F238E27FC236}">
                <a16:creationId xmlns:a16="http://schemas.microsoft.com/office/drawing/2014/main" id="{CD0A8740-9D9C-D862-C150-76D6D78D14D7}"/>
              </a:ext>
            </a:extLst>
          </p:cNvPr>
          <p:cNvSpPr txBox="1"/>
          <p:nvPr/>
        </p:nvSpPr>
        <p:spPr>
          <a:xfrm>
            <a:off x="5317588" y="1216729"/>
            <a:ext cx="1645920" cy="372920"/>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t" anchorCtr="0">
            <a:noAutofit/>
          </a:bodyPr>
          <a:lstStyle/>
          <a:p>
            <a:pPr>
              <a:lnSpc>
                <a:spcPct val="90000"/>
              </a:lnSpc>
            </a:pPr>
            <a:r>
              <a:rPr lang="en-GB" b="1" kern="0" dirty="0">
                <a:solidFill>
                  <a:schemeClr val="tx1">
                    <a:lumMod val="50000"/>
                    <a:lumOff val="50000"/>
                  </a:schemeClr>
                </a:solidFill>
              </a:rPr>
              <a:t>       Results</a:t>
            </a:r>
          </a:p>
          <a:p>
            <a:pPr algn="l">
              <a:lnSpc>
                <a:spcPct val="90000"/>
              </a:lnSpc>
            </a:pPr>
            <a:endParaRPr lang="en-GB" b="0" kern="0" dirty="0">
              <a:solidFill>
                <a:schemeClr val="tx1">
                  <a:lumMod val="50000"/>
                  <a:lumOff val="50000"/>
                </a:schemeClr>
              </a:solidFill>
            </a:endParaRPr>
          </a:p>
        </p:txBody>
      </p:sp>
      <p:pic>
        <p:nvPicPr>
          <p:cNvPr id="21" name="Picture 20">
            <a:extLst>
              <a:ext uri="{FF2B5EF4-FFF2-40B4-BE49-F238E27FC236}">
                <a16:creationId xmlns:a16="http://schemas.microsoft.com/office/drawing/2014/main" id="{58EA3232-11C9-510B-C1AF-337D28A97B91}"/>
              </a:ext>
            </a:extLst>
          </p:cNvPr>
          <p:cNvPicPr>
            <a:picLocks noChangeAspect="1"/>
          </p:cNvPicPr>
          <p:nvPr/>
        </p:nvPicPr>
        <p:blipFill rotWithShape="1">
          <a:blip r:embed="rId2"/>
          <a:srcRect t="29645"/>
          <a:stretch/>
        </p:blipFill>
        <p:spPr>
          <a:xfrm>
            <a:off x="4459767" y="1597087"/>
            <a:ext cx="3136980" cy="2734141"/>
          </a:xfrm>
          <a:prstGeom prst="rect">
            <a:avLst/>
          </a:prstGeom>
        </p:spPr>
      </p:pic>
      <p:pic>
        <p:nvPicPr>
          <p:cNvPr id="22" name="Picture 21">
            <a:extLst>
              <a:ext uri="{FF2B5EF4-FFF2-40B4-BE49-F238E27FC236}">
                <a16:creationId xmlns:a16="http://schemas.microsoft.com/office/drawing/2014/main" id="{F2CBB63C-62D8-1C29-849F-36DE9A2488C3}"/>
              </a:ext>
            </a:extLst>
          </p:cNvPr>
          <p:cNvPicPr>
            <a:picLocks noChangeAspect="1"/>
          </p:cNvPicPr>
          <p:nvPr/>
        </p:nvPicPr>
        <p:blipFill>
          <a:blip r:embed="rId3"/>
          <a:stretch>
            <a:fillRect/>
          </a:stretch>
        </p:blipFill>
        <p:spPr>
          <a:xfrm>
            <a:off x="4456083" y="4192208"/>
            <a:ext cx="3136980" cy="2137410"/>
          </a:xfrm>
          <a:prstGeom prst="rect">
            <a:avLst/>
          </a:prstGeom>
        </p:spPr>
      </p:pic>
      <p:sp>
        <p:nvSpPr>
          <p:cNvPr id="32" name="TextBox 31">
            <a:extLst>
              <a:ext uri="{FF2B5EF4-FFF2-40B4-BE49-F238E27FC236}">
                <a16:creationId xmlns:a16="http://schemas.microsoft.com/office/drawing/2014/main" id="{DB611167-DA97-3564-822A-3FCECFFC61B7}"/>
              </a:ext>
            </a:extLst>
          </p:cNvPr>
          <p:cNvSpPr txBox="1"/>
          <p:nvPr/>
        </p:nvSpPr>
        <p:spPr>
          <a:xfrm>
            <a:off x="5648178" y="2989384"/>
            <a:ext cx="914400" cy="914400"/>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b" anchorCtr="0">
            <a:noAutofit/>
          </a:bodyPr>
          <a:lstStyle/>
          <a:p>
            <a:pPr algn="l">
              <a:lnSpc>
                <a:spcPct val="90000"/>
              </a:lnSpc>
            </a:pPr>
            <a:endParaRPr lang="en-GB" sz="3200" b="0" kern="0" dirty="0">
              <a:solidFill>
                <a:schemeClr val="tx1">
                  <a:lumMod val="50000"/>
                  <a:lumOff val="50000"/>
                </a:schemeClr>
              </a:solidFill>
            </a:endParaRPr>
          </a:p>
        </p:txBody>
      </p:sp>
      <p:sp>
        <p:nvSpPr>
          <p:cNvPr id="33" name="TextBox 32">
            <a:extLst>
              <a:ext uri="{FF2B5EF4-FFF2-40B4-BE49-F238E27FC236}">
                <a16:creationId xmlns:a16="http://schemas.microsoft.com/office/drawing/2014/main" id="{F2DFCE5B-7013-88FD-F930-91D91098FF21}"/>
              </a:ext>
            </a:extLst>
          </p:cNvPr>
          <p:cNvSpPr txBox="1"/>
          <p:nvPr/>
        </p:nvSpPr>
        <p:spPr>
          <a:xfrm>
            <a:off x="745588" y="3598785"/>
            <a:ext cx="3531184" cy="1915054"/>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b" anchorCtr="0">
            <a:noAutofit/>
          </a:bodyPr>
          <a:lstStyle/>
          <a:p>
            <a:pPr algn="l">
              <a:lnSpc>
                <a:spcPct val="90000"/>
              </a:lnSpc>
            </a:pPr>
            <a:endParaRPr lang="en-GB" sz="3200" b="0" kern="0" dirty="0">
              <a:solidFill>
                <a:schemeClr val="tx1">
                  <a:lumMod val="50000"/>
                  <a:lumOff val="50000"/>
                </a:schemeClr>
              </a:solidFill>
            </a:endParaRPr>
          </a:p>
        </p:txBody>
      </p:sp>
      <p:sp>
        <p:nvSpPr>
          <p:cNvPr id="34" name="TextBox 33">
            <a:extLst>
              <a:ext uri="{FF2B5EF4-FFF2-40B4-BE49-F238E27FC236}">
                <a16:creationId xmlns:a16="http://schemas.microsoft.com/office/drawing/2014/main" id="{AE7288CC-09B3-5E7F-17C1-F9706D503DA0}"/>
              </a:ext>
            </a:extLst>
          </p:cNvPr>
          <p:cNvSpPr txBox="1"/>
          <p:nvPr/>
        </p:nvSpPr>
        <p:spPr>
          <a:xfrm>
            <a:off x="5648178" y="2989384"/>
            <a:ext cx="914400" cy="914400"/>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b" anchorCtr="0">
            <a:noAutofit/>
          </a:bodyPr>
          <a:lstStyle/>
          <a:p>
            <a:pPr algn="l">
              <a:lnSpc>
                <a:spcPct val="90000"/>
              </a:lnSpc>
            </a:pPr>
            <a:endParaRPr lang="en-GB" sz="3200" b="0" kern="0" dirty="0">
              <a:solidFill>
                <a:schemeClr val="tx1">
                  <a:lumMod val="50000"/>
                  <a:lumOff val="50000"/>
                </a:schemeClr>
              </a:solidFill>
            </a:endParaRPr>
          </a:p>
        </p:txBody>
      </p:sp>
      <p:sp>
        <p:nvSpPr>
          <p:cNvPr id="35" name="TextBox 34">
            <a:extLst>
              <a:ext uri="{FF2B5EF4-FFF2-40B4-BE49-F238E27FC236}">
                <a16:creationId xmlns:a16="http://schemas.microsoft.com/office/drawing/2014/main" id="{F3CE03FA-21E1-B757-CB89-E32C32502DB5}"/>
              </a:ext>
            </a:extLst>
          </p:cNvPr>
          <p:cNvSpPr txBox="1"/>
          <p:nvPr/>
        </p:nvSpPr>
        <p:spPr>
          <a:xfrm>
            <a:off x="5767754" y="3670971"/>
            <a:ext cx="914400" cy="914400"/>
          </a:xfrm>
          <a:prstGeom prst="rect">
            <a:avLst/>
          </a:prstGeom>
          <a:ln w="3175">
            <a:miter lim="400000"/>
          </a:ln>
          <a:extLst>
            <a:ext uri="{C572A759-6A51-4108-AA02-DFA0A04FC94B}">
              <ma14:wrappingTextBoxFlag xmlns:ma14="http://schemas.microsoft.com/office/mac/drawingml/2011/main" xmlns="" val="1"/>
            </a:ext>
          </a:extLst>
        </p:spPr>
        <p:txBody>
          <a:bodyPr wrap="none" lIns="0" tIns="45709" rIns="91419" bIns="45709" rtlCol="0" anchor="b" anchorCtr="0">
            <a:noAutofit/>
          </a:bodyPr>
          <a:lstStyle/>
          <a:p>
            <a:pPr algn="l">
              <a:lnSpc>
                <a:spcPct val="90000"/>
              </a:lnSpc>
            </a:pPr>
            <a:endParaRPr lang="en-GB" sz="3200" b="0" kern="0" dirty="0">
              <a:solidFill>
                <a:schemeClr val="tx1">
                  <a:lumMod val="50000"/>
                  <a:lumOff val="50000"/>
                </a:schemeClr>
              </a:solidFill>
            </a:endParaRPr>
          </a:p>
        </p:txBody>
      </p:sp>
      <p:sp>
        <p:nvSpPr>
          <p:cNvPr id="36" name="TextBox 35">
            <a:extLst>
              <a:ext uri="{FF2B5EF4-FFF2-40B4-BE49-F238E27FC236}">
                <a16:creationId xmlns:a16="http://schemas.microsoft.com/office/drawing/2014/main" id="{18C48C79-57C8-5A71-3E64-4C467DFFB6C0}"/>
              </a:ext>
            </a:extLst>
          </p:cNvPr>
          <p:cNvSpPr txBox="1"/>
          <p:nvPr/>
        </p:nvSpPr>
        <p:spPr>
          <a:xfrm>
            <a:off x="745588" y="3903784"/>
            <a:ext cx="3472633" cy="2425834"/>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t" anchorCtr="0">
            <a:noAutofit/>
          </a:bodyPr>
          <a:lstStyle/>
          <a:p>
            <a:pPr marL="285750" indent="-285750" algn="l">
              <a:lnSpc>
                <a:spcPct val="90000"/>
              </a:lnSpc>
              <a:buFont typeface="Wingdings" panose="05000000000000000000" pitchFamily="2" charset="2"/>
              <a:buChar char="§"/>
            </a:pPr>
            <a:r>
              <a:rPr lang="en-GB" sz="1400" kern="0" dirty="0">
                <a:solidFill>
                  <a:schemeClr val="tx1">
                    <a:lumMod val="50000"/>
                    <a:lumOff val="50000"/>
                  </a:schemeClr>
                </a:solidFill>
              </a:rPr>
              <a:t>You will see a summary of the ;</a:t>
            </a:r>
          </a:p>
          <a:p>
            <a:pPr marL="285750" indent="-285750" algn="l">
              <a:lnSpc>
                <a:spcPct val="90000"/>
              </a:lnSpc>
              <a:buFont typeface="Wingdings" panose="05000000000000000000" pitchFamily="2" charset="2"/>
              <a:buChar char="§"/>
            </a:pPr>
            <a:endParaRPr lang="en-GB" sz="1400" kern="0" dirty="0">
              <a:solidFill>
                <a:schemeClr val="tx1">
                  <a:lumMod val="50000"/>
                  <a:lumOff val="50000"/>
                </a:schemeClr>
              </a:solidFill>
            </a:endParaRPr>
          </a:p>
          <a:p>
            <a:pPr algn="l">
              <a:lnSpc>
                <a:spcPct val="90000"/>
              </a:lnSpc>
            </a:pPr>
            <a:r>
              <a:rPr lang="en-GB" sz="1400" kern="0" dirty="0">
                <a:solidFill>
                  <a:schemeClr val="tx1">
                    <a:lumMod val="50000"/>
                    <a:lumOff val="50000"/>
                  </a:schemeClr>
                </a:solidFill>
              </a:rPr>
              <a:t>                               Smart Device GUID </a:t>
            </a:r>
          </a:p>
          <a:p>
            <a:pPr algn="l">
              <a:lnSpc>
                <a:spcPct val="90000"/>
              </a:lnSpc>
            </a:pPr>
            <a:r>
              <a:rPr lang="en-GB" sz="1400" kern="0" dirty="0">
                <a:solidFill>
                  <a:schemeClr val="tx1">
                    <a:lumMod val="50000"/>
                    <a:lumOff val="50000"/>
                  </a:schemeClr>
                </a:solidFill>
              </a:rPr>
              <a:t>                               DCC Commissioning Status</a:t>
            </a:r>
          </a:p>
          <a:p>
            <a:pPr algn="l">
              <a:lnSpc>
                <a:spcPct val="90000"/>
              </a:lnSpc>
            </a:pPr>
            <a:r>
              <a:rPr lang="en-GB" sz="1400" kern="0" dirty="0">
                <a:solidFill>
                  <a:schemeClr val="tx1">
                    <a:lumMod val="50000"/>
                    <a:lumOff val="50000"/>
                  </a:schemeClr>
                </a:solidFill>
              </a:rPr>
              <a:t>                               Results of Comms check </a:t>
            </a:r>
          </a:p>
          <a:p>
            <a:pPr algn="l">
              <a:lnSpc>
                <a:spcPct val="90000"/>
              </a:lnSpc>
            </a:pPr>
            <a:endParaRPr lang="en-GB" sz="1400" kern="0" dirty="0">
              <a:solidFill>
                <a:schemeClr val="tx1">
                  <a:lumMod val="50000"/>
                  <a:lumOff val="50000"/>
                </a:schemeClr>
              </a:solidFill>
            </a:endParaRPr>
          </a:p>
          <a:p>
            <a:pPr algn="l">
              <a:lnSpc>
                <a:spcPct val="90000"/>
              </a:lnSpc>
            </a:pPr>
            <a:endParaRPr lang="en-GB" sz="1400" kern="0" dirty="0">
              <a:solidFill>
                <a:schemeClr val="tx1">
                  <a:lumMod val="50000"/>
                  <a:lumOff val="50000"/>
                </a:schemeClr>
              </a:solidFill>
            </a:endParaRPr>
          </a:p>
          <a:p>
            <a:pPr algn="l">
              <a:lnSpc>
                <a:spcPct val="90000"/>
              </a:lnSpc>
            </a:pPr>
            <a:endParaRPr lang="en-GB" sz="1400" kern="0" dirty="0">
              <a:solidFill>
                <a:schemeClr val="tx1">
                  <a:lumMod val="50000"/>
                  <a:lumOff val="50000"/>
                </a:schemeClr>
              </a:solidFill>
            </a:endParaRPr>
          </a:p>
          <a:p>
            <a:pPr algn="l">
              <a:lnSpc>
                <a:spcPct val="90000"/>
              </a:lnSpc>
            </a:pPr>
            <a:endParaRPr lang="en-GB" sz="1400" kern="0" dirty="0">
              <a:solidFill>
                <a:schemeClr val="tx1">
                  <a:lumMod val="50000"/>
                  <a:lumOff val="50000"/>
                </a:schemeClr>
              </a:solidFill>
            </a:endParaRPr>
          </a:p>
          <a:p>
            <a:pPr algn="l">
              <a:lnSpc>
                <a:spcPct val="90000"/>
              </a:lnSpc>
            </a:pPr>
            <a:endParaRPr lang="en-GB" sz="1400" kern="0" dirty="0">
              <a:solidFill>
                <a:schemeClr val="tx1">
                  <a:lumMod val="50000"/>
                  <a:lumOff val="50000"/>
                </a:schemeClr>
              </a:solidFill>
            </a:endParaRPr>
          </a:p>
          <a:p>
            <a:pPr algn="l">
              <a:lnSpc>
                <a:spcPct val="90000"/>
              </a:lnSpc>
            </a:pPr>
            <a:r>
              <a:rPr lang="en-GB" sz="1400" kern="0" dirty="0">
                <a:solidFill>
                  <a:schemeClr val="tx1">
                    <a:lumMod val="50000"/>
                    <a:lumOff val="50000"/>
                  </a:schemeClr>
                </a:solidFill>
              </a:rPr>
              <a:t>* PPMID’s will not show a Comms check, this is specific to CH/ESME/GSME                </a:t>
            </a:r>
          </a:p>
        </p:txBody>
      </p:sp>
      <p:cxnSp>
        <p:nvCxnSpPr>
          <p:cNvPr id="38" name="Straight Arrow Connector 37">
            <a:extLst>
              <a:ext uri="{FF2B5EF4-FFF2-40B4-BE49-F238E27FC236}">
                <a16:creationId xmlns:a16="http://schemas.microsoft.com/office/drawing/2014/main" id="{7257647B-90D6-098F-861C-2A681D421EE7}"/>
              </a:ext>
            </a:extLst>
          </p:cNvPr>
          <p:cNvCxnSpPr/>
          <p:nvPr/>
        </p:nvCxnSpPr>
        <p:spPr>
          <a:xfrm>
            <a:off x="4065563" y="4331228"/>
            <a:ext cx="759656" cy="0"/>
          </a:xfrm>
          <a:prstGeom prst="straightConnector1">
            <a:avLst/>
          </a:prstGeom>
          <a:ln>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E1AE2E00-70B8-A044-C6DD-963629799B07}"/>
              </a:ext>
            </a:extLst>
          </p:cNvPr>
          <p:cNvCxnSpPr/>
          <p:nvPr/>
        </p:nvCxnSpPr>
        <p:spPr>
          <a:xfrm>
            <a:off x="4085960" y="4656406"/>
            <a:ext cx="739259" cy="0"/>
          </a:xfrm>
          <a:prstGeom prst="straightConnector1">
            <a:avLst/>
          </a:prstGeom>
          <a:ln>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FE30767C-6780-C698-C9E7-192B733B1D11}"/>
              </a:ext>
            </a:extLst>
          </p:cNvPr>
          <p:cNvCxnSpPr/>
          <p:nvPr/>
        </p:nvCxnSpPr>
        <p:spPr>
          <a:xfrm>
            <a:off x="4065563" y="4853354"/>
            <a:ext cx="759656" cy="0"/>
          </a:xfrm>
          <a:prstGeom prst="straightConnector1">
            <a:avLst/>
          </a:prstGeom>
          <a:ln>
            <a:solidFill>
              <a:schemeClr val="bg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6386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B4B58578-F4A4-4101-9325-B61CC832277C}"/>
              </a:ext>
            </a:extLst>
          </p:cNvPr>
          <p:cNvSpPr>
            <a:spLocks noGrp="1"/>
          </p:cNvSpPr>
          <p:nvPr>
            <p:ph type="body" sz="quarter" idx="58"/>
          </p:nvPr>
        </p:nvSpPr>
        <p:spPr/>
        <p:txBody>
          <a:bodyPr/>
          <a:lstStyle/>
          <a:p>
            <a:endParaRPr lang="en-GB"/>
          </a:p>
        </p:txBody>
      </p:sp>
      <p:sp>
        <p:nvSpPr>
          <p:cNvPr id="10" name="Text Placeholder 9">
            <a:extLst>
              <a:ext uri="{FF2B5EF4-FFF2-40B4-BE49-F238E27FC236}">
                <a16:creationId xmlns:a16="http://schemas.microsoft.com/office/drawing/2014/main" id="{ECE93E52-9EC4-4DAE-A222-6160DA5454EA}"/>
              </a:ext>
            </a:extLst>
          </p:cNvPr>
          <p:cNvSpPr>
            <a:spLocks noGrp="1"/>
          </p:cNvSpPr>
          <p:nvPr>
            <p:ph type="body" sz="quarter" idx="59"/>
          </p:nvPr>
        </p:nvSpPr>
        <p:spPr/>
        <p:txBody>
          <a:bodyPr/>
          <a:lstStyle/>
          <a:p>
            <a:endParaRPr lang="en-GB"/>
          </a:p>
        </p:txBody>
      </p:sp>
      <p:sp>
        <p:nvSpPr>
          <p:cNvPr id="7" name="Text Placeholder 2">
            <a:extLst>
              <a:ext uri="{FF2B5EF4-FFF2-40B4-BE49-F238E27FC236}">
                <a16:creationId xmlns:a16="http://schemas.microsoft.com/office/drawing/2014/main" id="{957247EC-15D6-4791-A19D-5E2C5959D351}"/>
              </a:ext>
            </a:extLst>
          </p:cNvPr>
          <p:cNvSpPr>
            <a:spLocks noGrp="1"/>
          </p:cNvSpPr>
          <p:nvPr>
            <p:ph type="body" sz="quarter" idx="14"/>
          </p:nvPr>
        </p:nvSpPr>
        <p:spPr>
          <a:xfrm>
            <a:off x="510293" y="486724"/>
            <a:ext cx="8036178" cy="457056"/>
          </a:xfrm>
        </p:spPr>
        <p:txBody>
          <a:bodyPr/>
          <a:lstStyle/>
          <a:p>
            <a:r>
              <a:rPr lang="en-GB" dirty="0"/>
              <a:t>How to use:  Comms Checker (Slide 3)</a:t>
            </a:r>
          </a:p>
          <a:p>
            <a:endParaRPr lang="en-GB" dirty="0"/>
          </a:p>
        </p:txBody>
      </p:sp>
      <p:sp>
        <p:nvSpPr>
          <p:cNvPr id="2" name="TextBox 1">
            <a:extLst>
              <a:ext uri="{FF2B5EF4-FFF2-40B4-BE49-F238E27FC236}">
                <a16:creationId xmlns:a16="http://schemas.microsoft.com/office/drawing/2014/main" id="{7D4026AF-F6E4-6DB1-98DF-5FEB11B15B18}"/>
              </a:ext>
            </a:extLst>
          </p:cNvPr>
          <p:cNvSpPr txBox="1"/>
          <p:nvPr/>
        </p:nvSpPr>
        <p:spPr>
          <a:xfrm>
            <a:off x="600001" y="1216729"/>
            <a:ext cx="10977710" cy="878753"/>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t" anchorCtr="0">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GB" sz="1600" b="1" i="0" u="none" strike="noStrike" kern="0" cap="none" spc="0" normalizeH="0" baseline="0" noProof="0" dirty="0">
              <a:ln>
                <a:noFill/>
              </a:ln>
              <a:solidFill>
                <a:prstClr val="black">
                  <a:lumMod val="50000"/>
                  <a:lumOff val="50000"/>
                </a:prstClr>
              </a:solidFill>
              <a:effectLst/>
              <a:uLnTx/>
              <a:uFillTx/>
              <a:latin typeface="Lato Light"/>
              <a:ea typeface="+mn-ea"/>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GB" sz="1600" b="0" i="0" u="none" strike="noStrike" kern="0" cap="none" spc="0" normalizeH="0" baseline="0" noProof="0" dirty="0">
              <a:ln>
                <a:noFill/>
              </a:ln>
              <a:solidFill>
                <a:prstClr val="black">
                  <a:lumMod val="50000"/>
                  <a:lumOff val="50000"/>
                </a:prstClr>
              </a:solidFill>
              <a:effectLst/>
              <a:uLnTx/>
              <a:uFillTx/>
              <a:latin typeface="Lato Light"/>
              <a:ea typeface="+mn-ea"/>
              <a:cs typeface="+mn-cs"/>
            </a:endParaRPr>
          </a:p>
        </p:txBody>
      </p:sp>
      <p:sp>
        <p:nvSpPr>
          <p:cNvPr id="8" name="TextBox 7">
            <a:extLst>
              <a:ext uri="{FF2B5EF4-FFF2-40B4-BE49-F238E27FC236}">
                <a16:creationId xmlns:a16="http://schemas.microsoft.com/office/drawing/2014/main" id="{F5B068E4-0526-4AC1-62F0-0BA3D4668B88}"/>
              </a:ext>
            </a:extLst>
          </p:cNvPr>
          <p:cNvSpPr txBox="1"/>
          <p:nvPr/>
        </p:nvSpPr>
        <p:spPr>
          <a:xfrm>
            <a:off x="1193213" y="4656405"/>
            <a:ext cx="2518116" cy="1714868"/>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t" anchorCtr="0">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GB" sz="1600" b="0" i="0" u="none" strike="noStrike" kern="0" cap="none" spc="0" normalizeH="0" baseline="0" noProof="0" dirty="0">
              <a:ln>
                <a:noFill/>
              </a:ln>
              <a:solidFill>
                <a:prstClr val="black">
                  <a:lumMod val="50000"/>
                  <a:lumOff val="50000"/>
                </a:prstClr>
              </a:solidFill>
              <a:effectLst/>
              <a:uLnTx/>
              <a:uFillTx/>
              <a:latin typeface="Lato Light"/>
              <a:ea typeface="+mn-ea"/>
              <a:cs typeface="+mn-cs"/>
            </a:endParaRPr>
          </a:p>
        </p:txBody>
      </p:sp>
      <p:sp>
        <p:nvSpPr>
          <p:cNvPr id="13" name="TextBox 12">
            <a:extLst>
              <a:ext uri="{FF2B5EF4-FFF2-40B4-BE49-F238E27FC236}">
                <a16:creationId xmlns:a16="http://schemas.microsoft.com/office/drawing/2014/main" id="{D3C7158F-EBE4-E00F-3E9B-F6616F24080A}"/>
              </a:ext>
            </a:extLst>
          </p:cNvPr>
          <p:cNvSpPr txBox="1"/>
          <p:nvPr/>
        </p:nvSpPr>
        <p:spPr>
          <a:xfrm>
            <a:off x="6794695" y="2813538"/>
            <a:ext cx="984739" cy="436099"/>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b" anchorCtr="0">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GB" sz="3200" b="0" i="0" u="none" strike="noStrike" kern="0" cap="none" spc="0" normalizeH="0" baseline="0" noProof="0" dirty="0">
              <a:ln>
                <a:noFill/>
              </a:ln>
              <a:solidFill>
                <a:prstClr val="black">
                  <a:lumMod val="50000"/>
                  <a:lumOff val="50000"/>
                </a:prstClr>
              </a:solidFill>
              <a:effectLst/>
              <a:uLnTx/>
              <a:uFillTx/>
              <a:latin typeface="Lato Light"/>
              <a:ea typeface="+mn-ea"/>
              <a:cs typeface="+mn-cs"/>
            </a:endParaRPr>
          </a:p>
        </p:txBody>
      </p:sp>
      <p:sp>
        <p:nvSpPr>
          <p:cNvPr id="3" name="TextBox 2">
            <a:extLst>
              <a:ext uri="{FF2B5EF4-FFF2-40B4-BE49-F238E27FC236}">
                <a16:creationId xmlns:a16="http://schemas.microsoft.com/office/drawing/2014/main" id="{61826840-CEC5-D520-B1A5-EE280EF34B9C}"/>
              </a:ext>
            </a:extLst>
          </p:cNvPr>
          <p:cNvSpPr txBox="1"/>
          <p:nvPr/>
        </p:nvSpPr>
        <p:spPr>
          <a:xfrm>
            <a:off x="745588" y="1216729"/>
            <a:ext cx="10339754" cy="742276"/>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b" anchorCtr="0">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GB" sz="3200" b="0" i="0" u="none" strike="noStrike" kern="0" cap="none" spc="0" normalizeH="0" baseline="0" noProof="0" dirty="0">
              <a:ln>
                <a:noFill/>
              </a:ln>
              <a:solidFill>
                <a:prstClr val="black">
                  <a:lumMod val="50000"/>
                  <a:lumOff val="50000"/>
                </a:prstClr>
              </a:solidFill>
              <a:effectLst/>
              <a:uLnTx/>
              <a:uFillTx/>
              <a:latin typeface="Lato Light"/>
              <a:ea typeface="+mn-ea"/>
              <a:cs typeface="+mn-cs"/>
            </a:endParaRPr>
          </a:p>
        </p:txBody>
      </p:sp>
      <p:sp>
        <p:nvSpPr>
          <p:cNvPr id="15" name="TextBox 14">
            <a:extLst>
              <a:ext uri="{FF2B5EF4-FFF2-40B4-BE49-F238E27FC236}">
                <a16:creationId xmlns:a16="http://schemas.microsoft.com/office/drawing/2014/main" id="{2402134B-54E2-3719-3DAE-4609704A8FEC}"/>
              </a:ext>
            </a:extLst>
          </p:cNvPr>
          <p:cNvSpPr txBox="1"/>
          <p:nvPr/>
        </p:nvSpPr>
        <p:spPr>
          <a:xfrm>
            <a:off x="619172" y="1216729"/>
            <a:ext cx="10339754" cy="742267"/>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b" anchorCtr="0">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GB" sz="3200" b="0" i="0" u="none" strike="noStrike" kern="0" cap="none" spc="0" normalizeH="0" baseline="0" noProof="0" dirty="0">
              <a:ln>
                <a:noFill/>
              </a:ln>
              <a:solidFill>
                <a:prstClr val="black">
                  <a:lumMod val="50000"/>
                  <a:lumOff val="50000"/>
                </a:prstClr>
              </a:solidFill>
              <a:effectLst/>
              <a:uLnTx/>
              <a:uFillTx/>
              <a:latin typeface="Lato Light"/>
              <a:ea typeface="+mn-ea"/>
              <a:cs typeface="+mn-cs"/>
            </a:endParaRPr>
          </a:p>
        </p:txBody>
      </p:sp>
      <p:sp>
        <p:nvSpPr>
          <p:cNvPr id="18" name="TextBox 17">
            <a:extLst>
              <a:ext uri="{FF2B5EF4-FFF2-40B4-BE49-F238E27FC236}">
                <a16:creationId xmlns:a16="http://schemas.microsoft.com/office/drawing/2014/main" id="{7ABDCB2C-7F7B-99B0-8F9C-9D7D0E2D6948}"/>
              </a:ext>
            </a:extLst>
          </p:cNvPr>
          <p:cNvSpPr txBox="1"/>
          <p:nvPr/>
        </p:nvSpPr>
        <p:spPr>
          <a:xfrm>
            <a:off x="4403188" y="2254760"/>
            <a:ext cx="3038621" cy="558778"/>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b" anchorCtr="0">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GB" sz="1600" b="1" i="0" u="none" strike="noStrike" kern="0" cap="none" spc="0" normalizeH="0" baseline="0" noProof="0" dirty="0">
              <a:ln>
                <a:noFill/>
              </a:ln>
              <a:solidFill>
                <a:prstClr val="black">
                  <a:lumMod val="50000"/>
                  <a:lumOff val="50000"/>
                </a:prstClr>
              </a:solidFill>
              <a:effectLst/>
              <a:uLnTx/>
              <a:uFillTx/>
              <a:latin typeface="Lato Light"/>
              <a:ea typeface="+mn-ea"/>
              <a:cs typeface="+mn-cs"/>
            </a:endParaRPr>
          </a:p>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GB" sz="1600" b="1" i="0" u="none" strike="noStrike" kern="0" cap="none" spc="0" normalizeH="0" baseline="0" noProof="0" dirty="0">
              <a:ln>
                <a:noFill/>
              </a:ln>
              <a:solidFill>
                <a:prstClr val="black">
                  <a:lumMod val="50000"/>
                  <a:lumOff val="50000"/>
                </a:prstClr>
              </a:solidFill>
              <a:effectLst/>
              <a:uLnTx/>
              <a:uFillTx/>
              <a:latin typeface="Lato Light"/>
              <a:ea typeface="+mn-ea"/>
              <a:cs typeface="+mn-cs"/>
            </a:endParaRPr>
          </a:p>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GB" sz="1600" b="0" i="0" u="none" strike="noStrike" kern="0" cap="none" spc="0" normalizeH="0" baseline="0" noProof="0" dirty="0">
              <a:ln>
                <a:noFill/>
              </a:ln>
              <a:solidFill>
                <a:prstClr val="black">
                  <a:lumMod val="50000"/>
                  <a:lumOff val="50000"/>
                </a:prstClr>
              </a:solidFill>
              <a:effectLst/>
              <a:uLnTx/>
              <a:uFillTx/>
              <a:latin typeface="Lato Light"/>
              <a:ea typeface="+mn-ea"/>
              <a:cs typeface="+mn-cs"/>
            </a:endParaRPr>
          </a:p>
        </p:txBody>
      </p:sp>
      <p:sp>
        <p:nvSpPr>
          <p:cNvPr id="17" name="TextBox 16">
            <a:extLst>
              <a:ext uri="{FF2B5EF4-FFF2-40B4-BE49-F238E27FC236}">
                <a16:creationId xmlns:a16="http://schemas.microsoft.com/office/drawing/2014/main" id="{0E743CAF-1F9F-CB0B-F736-BD9A0F03907A}"/>
              </a:ext>
            </a:extLst>
          </p:cNvPr>
          <p:cNvSpPr txBox="1"/>
          <p:nvPr/>
        </p:nvSpPr>
        <p:spPr>
          <a:xfrm>
            <a:off x="8792308" y="5641271"/>
            <a:ext cx="2532184" cy="1026815"/>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b" anchorCtr="0">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GB" sz="3200" b="0" i="0" u="none" strike="noStrike" kern="0" cap="none" spc="0" normalizeH="0" baseline="0" noProof="0" dirty="0">
              <a:ln>
                <a:noFill/>
              </a:ln>
              <a:solidFill>
                <a:prstClr val="black">
                  <a:lumMod val="50000"/>
                  <a:lumOff val="50000"/>
                </a:prstClr>
              </a:solidFill>
              <a:effectLst/>
              <a:uLnTx/>
              <a:uFillTx/>
              <a:latin typeface="Lato Light"/>
              <a:ea typeface="+mn-ea"/>
              <a:cs typeface="+mn-cs"/>
            </a:endParaRPr>
          </a:p>
        </p:txBody>
      </p:sp>
      <p:sp>
        <p:nvSpPr>
          <p:cNvPr id="32" name="TextBox 31">
            <a:extLst>
              <a:ext uri="{FF2B5EF4-FFF2-40B4-BE49-F238E27FC236}">
                <a16:creationId xmlns:a16="http://schemas.microsoft.com/office/drawing/2014/main" id="{DB611167-DA97-3564-822A-3FCECFFC61B7}"/>
              </a:ext>
            </a:extLst>
          </p:cNvPr>
          <p:cNvSpPr txBox="1"/>
          <p:nvPr/>
        </p:nvSpPr>
        <p:spPr>
          <a:xfrm>
            <a:off x="5648178" y="2989384"/>
            <a:ext cx="914400" cy="914400"/>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b" anchorCtr="0">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GB" sz="3200" b="0" i="0" u="none" strike="noStrike" kern="0" cap="none" spc="0" normalizeH="0" baseline="0" noProof="0" dirty="0">
              <a:ln>
                <a:noFill/>
              </a:ln>
              <a:solidFill>
                <a:prstClr val="black">
                  <a:lumMod val="50000"/>
                  <a:lumOff val="50000"/>
                </a:prstClr>
              </a:solidFill>
              <a:effectLst/>
              <a:uLnTx/>
              <a:uFillTx/>
              <a:latin typeface="Lato Light"/>
              <a:ea typeface="+mn-ea"/>
              <a:cs typeface="+mn-cs"/>
            </a:endParaRPr>
          </a:p>
        </p:txBody>
      </p:sp>
      <p:sp>
        <p:nvSpPr>
          <p:cNvPr id="33" name="TextBox 32">
            <a:extLst>
              <a:ext uri="{FF2B5EF4-FFF2-40B4-BE49-F238E27FC236}">
                <a16:creationId xmlns:a16="http://schemas.microsoft.com/office/drawing/2014/main" id="{F2DFCE5B-7013-88FD-F930-91D91098FF21}"/>
              </a:ext>
            </a:extLst>
          </p:cNvPr>
          <p:cNvSpPr txBox="1"/>
          <p:nvPr/>
        </p:nvSpPr>
        <p:spPr>
          <a:xfrm>
            <a:off x="745588" y="3598785"/>
            <a:ext cx="3531184" cy="1915054"/>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b" anchorCtr="0">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GB" sz="3200" b="0" i="0" u="none" strike="noStrike" kern="0" cap="none" spc="0" normalizeH="0" baseline="0" noProof="0" dirty="0">
              <a:ln>
                <a:noFill/>
              </a:ln>
              <a:solidFill>
                <a:prstClr val="black">
                  <a:lumMod val="50000"/>
                  <a:lumOff val="50000"/>
                </a:prstClr>
              </a:solidFill>
              <a:effectLst/>
              <a:uLnTx/>
              <a:uFillTx/>
              <a:latin typeface="Lato Light"/>
              <a:ea typeface="+mn-ea"/>
              <a:cs typeface="+mn-cs"/>
            </a:endParaRPr>
          </a:p>
        </p:txBody>
      </p:sp>
      <p:sp>
        <p:nvSpPr>
          <p:cNvPr id="34" name="TextBox 33">
            <a:extLst>
              <a:ext uri="{FF2B5EF4-FFF2-40B4-BE49-F238E27FC236}">
                <a16:creationId xmlns:a16="http://schemas.microsoft.com/office/drawing/2014/main" id="{AE7288CC-09B3-5E7F-17C1-F9706D503DA0}"/>
              </a:ext>
            </a:extLst>
          </p:cNvPr>
          <p:cNvSpPr txBox="1"/>
          <p:nvPr/>
        </p:nvSpPr>
        <p:spPr>
          <a:xfrm>
            <a:off x="5648178" y="2989384"/>
            <a:ext cx="914400" cy="914400"/>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b" anchorCtr="0">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GB" sz="3200" b="0" i="0" u="none" strike="noStrike" kern="0" cap="none" spc="0" normalizeH="0" baseline="0" noProof="0" dirty="0">
              <a:ln>
                <a:noFill/>
              </a:ln>
              <a:solidFill>
                <a:prstClr val="black">
                  <a:lumMod val="50000"/>
                  <a:lumOff val="50000"/>
                </a:prstClr>
              </a:solidFill>
              <a:effectLst/>
              <a:uLnTx/>
              <a:uFillTx/>
              <a:latin typeface="Lato Light"/>
              <a:ea typeface="+mn-ea"/>
              <a:cs typeface="+mn-cs"/>
            </a:endParaRPr>
          </a:p>
        </p:txBody>
      </p:sp>
      <p:sp>
        <p:nvSpPr>
          <p:cNvPr id="35" name="TextBox 34">
            <a:extLst>
              <a:ext uri="{FF2B5EF4-FFF2-40B4-BE49-F238E27FC236}">
                <a16:creationId xmlns:a16="http://schemas.microsoft.com/office/drawing/2014/main" id="{F3CE03FA-21E1-B757-CB89-E32C32502DB5}"/>
              </a:ext>
            </a:extLst>
          </p:cNvPr>
          <p:cNvSpPr txBox="1"/>
          <p:nvPr/>
        </p:nvSpPr>
        <p:spPr>
          <a:xfrm>
            <a:off x="5767754" y="3670971"/>
            <a:ext cx="914400" cy="914400"/>
          </a:xfrm>
          <a:prstGeom prst="rect">
            <a:avLst/>
          </a:prstGeom>
          <a:ln w="3175">
            <a:miter lim="400000"/>
          </a:ln>
          <a:extLst>
            <a:ext uri="{C572A759-6A51-4108-AA02-DFA0A04FC94B}">
              <ma14:wrappingTextBoxFlag xmlns:ma14="http://schemas.microsoft.com/office/mac/drawingml/2011/main" xmlns="" val="1"/>
            </a:ext>
          </a:extLst>
        </p:spPr>
        <p:txBody>
          <a:bodyPr wrap="none" lIns="0" tIns="45709" rIns="91419" bIns="45709" rtlCol="0" anchor="b" anchorCtr="0">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GB" sz="3200" b="0" i="0" u="none" strike="noStrike" kern="0" cap="none" spc="0" normalizeH="0" baseline="0" noProof="0" dirty="0">
              <a:ln>
                <a:noFill/>
              </a:ln>
              <a:solidFill>
                <a:prstClr val="black">
                  <a:lumMod val="50000"/>
                  <a:lumOff val="50000"/>
                </a:prstClr>
              </a:solidFill>
              <a:effectLst/>
              <a:uLnTx/>
              <a:uFillTx/>
              <a:latin typeface="Lato Light"/>
              <a:ea typeface="+mn-ea"/>
              <a:cs typeface="+mn-cs"/>
            </a:endParaRPr>
          </a:p>
        </p:txBody>
      </p:sp>
      <p:pic>
        <p:nvPicPr>
          <p:cNvPr id="5" name="Picture 4">
            <a:extLst>
              <a:ext uri="{FF2B5EF4-FFF2-40B4-BE49-F238E27FC236}">
                <a16:creationId xmlns:a16="http://schemas.microsoft.com/office/drawing/2014/main" id="{9DEEE1FC-13D1-ADE7-8D91-8FB4577FB23D}"/>
              </a:ext>
            </a:extLst>
          </p:cNvPr>
          <p:cNvPicPr>
            <a:picLocks noChangeAspect="1"/>
          </p:cNvPicPr>
          <p:nvPr/>
        </p:nvPicPr>
        <p:blipFill>
          <a:blip r:embed="rId2"/>
          <a:stretch>
            <a:fillRect/>
          </a:stretch>
        </p:blipFill>
        <p:spPr>
          <a:xfrm>
            <a:off x="5432371" y="1729763"/>
            <a:ext cx="4694126" cy="1567790"/>
          </a:xfrm>
          <a:prstGeom prst="rect">
            <a:avLst/>
          </a:prstGeom>
        </p:spPr>
      </p:pic>
      <p:pic>
        <p:nvPicPr>
          <p:cNvPr id="11" name="Picture 10">
            <a:extLst>
              <a:ext uri="{FF2B5EF4-FFF2-40B4-BE49-F238E27FC236}">
                <a16:creationId xmlns:a16="http://schemas.microsoft.com/office/drawing/2014/main" id="{70E535DC-3F06-E8D5-A8E3-584E8531F130}"/>
              </a:ext>
            </a:extLst>
          </p:cNvPr>
          <p:cNvPicPr>
            <a:picLocks noChangeAspect="1"/>
          </p:cNvPicPr>
          <p:nvPr/>
        </p:nvPicPr>
        <p:blipFill>
          <a:blip r:embed="rId3"/>
          <a:stretch>
            <a:fillRect/>
          </a:stretch>
        </p:blipFill>
        <p:spPr>
          <a:xfrm>
            <a:off x="5422388" y="3157584"/>
            <a:ext cx="4632355" cy="1638917"/>
          </a:xfrm>
          <a:prstGeom prst="rect">
            <a:avLst/>
          </a:prstGeom>
        </p:spPr>
      </p:pic>
      <p:pic>
        <p:nvPicPr>
          <p:cNvPr id="14" name="Picture 13">
            <a:extLst>
              <a:ext uri="{FF2B5EF4-FFF2-40B4-BE49-F238E27FC236}">
                <a16:creationId xmlns:a16="http://schemas.microsoft.com/office/drawing/2014/main" id="{C0721B61-8357-0B73-DDEC-153C2AA80E11}"/>
              </a:ext>
            </a:extLst>
          </p:cNvPr>
          <p:cNvPicPr>
            <a:picLocks noChangeAspect="1"/>
          </p:cNvPicPr>
          <p:nvPr/>
        </p:nvPicPr>
        <p:blipFill>
          <a:blip r:embed="rId4"/>
          <a:stretch>
            <a:fillRect/>
          </a:stretch>
        </p:blipFill>
        <p:spPr>
          <a:xfrm>
            <a:off x="5422388" y="4894434"/>
            <a:ext cx="4714092" cy="1567790"/>
          </a:xfrm>
          <a:prstGeom prst="rect">
            <a:avLst/>
          </a:prstGeom>
        </p:spPr>
      </p:pic>
      <p:sp>
        <p:nvSpPr>
          <p:cNvPr id="16" name="TextBox 15">
            <a:extLst>
              <a:ext uri="{FF2B5EF4-FFF2-40B4-BE49-F238E27FC236}">
                <a16:creationId xmlns:a16="http://schemas.microsoft.com/office/drawing/2014/main" id="{3F97616B-FC54-C8A5-6643-310AE69020AF}"/>
              </a:ext>
            </a:extLst>
          </p:cNvPr>
          <p:cNvSpPr txBox="1"/>
          <p:nvPr/>
        </p:nvSpPr>
        <p:spPr>
          <a:xfrm>
            <a:off x="619172" y="1397326"/>
            <a:ext cx="4686783" cy="2506458"/>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t" anchorCtr="0">
            <a:noAutofit/>
          </a:bodyPr>
          <a:lstStyle/>
          <a:p>
            <a:pPr algn="l">
              <a:lnSpc>
                <a:spcPct val="90000"/>
              </a:lnSpc>
            </a:pPr>
            <a:r>
              <a:rPr lang="en-GB" sz="1600" b="1" kern="0" dirty="0">
                <a:solidFill>
                  <a:schemeClr val="tx1">
                    <a:lumMod val="50000"/>
                    <a:lumOff val="50000"/>
                  </a:schemeClr>
                </a:solidFill>
              </a:rPr>
              <a:t>The following steps shown highlight each of the 3 stages during the Install/Commissioning Process of a Device shown via the DCC status.</a:t>
            </a:r>
          </a:p>
          <a:p>
            <a:pPr algn="l">
              <a:lnSpc>
                <a:spcPct val="90000"/>
              </a:lnSpc>
            </a:pPr>
            <a:endParaRPr lang="en-GB" sz="1600" kern="0" dirty="0">
              <a:solidFill>
                <a:schemeClr val="tx1">
                  <a:lumMod val="50000"/>
                  <a:lumOff val="50000"/>
                </a:schemeClr>
              </a:solidFill>
            </a:endParaRPr>
          </a:p>
          <a:p>
            <a:pPr marL="285750" indent="-285750" algn="l">
              <a:lnSpc>
                <a:spcPct val="90000"/>
              </a:lnSpc>
              <a:buFont typeface="Wingdings" panose="05000000000000000000" pitchFamily="2" charset="2"/>
              <a:buChar char="§"/>
            </a:pPr>
            <a:r>
              <a:rPr lang="en-GB" sz="1600" kern="0" dirty="0">
                <a:solidFill>
                  <a:schemeClr val="tx1">
                    <a:lumMod val="50000"/>
                    <a:lumOff val="50000"/>
                  </a:schemeClr>
                </a:solidFill>
              </a:rPr>
              <a:t>After submitting a HHT, the device will remain  ‘Whitelisted’ until it has Joined to HAN.</a:t>
            </a:r>
          </a:p>
          <a:p>
            <a:pPr algn="l">
              <a:lnSpc>
                <a:spcPct val="90000"/>
              </a:lnSpc>
            </a:pPr>
            <a:endParaRPr lang="en-GB" sz="1600" kern="0" dirty="0">
              <a:solidFill>
                <a:schemeClr val="tx1">
                  <a:lumMod val="50000"/>
                  <a:lumOff val="50000"/>
                </a:schemeClr>
              </a:solidFill>
            </a:endParaRPr>
          </a:p>
          <a:p>
            <a:pPr algn="l">
              <a:lnSpc>
                <a:spcPct val="90000"/>
              </a:lnSpc>
            </a:pPr>
            <a:endParaRPr lang="en-GB" sz="1600" kern="0" dirty="0">
              <a:solidFill>
                <a:schemeClr val="tx1">
                  <a:lumMod val="50000"/>
                  <a:lumOff val="50000"/>
                </a:schemeClr>
              </a:solidFill>
            </a:endParaRPr>
          </a:p>
          <a:p>
            <a:pPr algn="l">
              <a:lnSpc>
                <a:spcPct val="90000"/>
              </a:lnSpc>
            </a:pPr>
            <a:endParaRPr lang="en-GB" sz="1600" kern="0" dirty="0">
              <a:solidFill>
                <a:schemeClr val="tx1">
                  <a:lumMod val="50000"/>
                  <a:lumOff val="50000"/>
                </a:schemeClr>
              </a:solidFill>
            </a:endParaRPr>
          </a:p>
          <a:p>
            <a:pPr algn="l">
              <a:lnSpc>
                <a:spcPct val="90000"/>
              </a:lnSpc>
            </a:pPr>
            <a:endParaRPr lang="en-GB" sz="1600" kern="0" dirty="0">
              <a:solidFill>
                <a:schemeClr val="tx1">
                  <a:lumMod val="50000"/>
                  <a:lumOff val="50000"/>
                </a:schemeClr>
              </a:solidFill>
            </a:endParaRPr>
          </a:p>
          <a:p>
            <a:pPr marL="285750" indent="-285750" algn="l">
              <a:lnSpc>
                <a:spcPct val="90000"/>
              </a:lnSpc>
              <a:buFont typeface="Wingdings" panose="05000000000000000000" pitchFamily="2" charset="2"/>
              <a:buChar char="§"/>
            </a:pPr>
            <a:r>
              <a:rPr lang="en-GB" sz="1600" kern="0" dirty="0">
                <a:solidFill>
                  <a:schemeClr val="tx1">
                    <a:lumMod val="50000"/>
                    <a:lumOff val="50000"/>
                  </a:schemeClr>
                </a:solidFill>
              </a:rPr>
              <a:t>Once the device has Joined to HAN this will move the DCC status into ‘Installed Not Commissioned’.</a:t>
            </a:r>
          </a:p>
          <a:p>
            <a:pPr algn="l">
              <a:lnSpc>
                <a:spcPct val="90000"/>
              </a:lnSpc>
            </a:pPr>
            <a:endParaRPr lang="en-GB" sz="1600" kern="0" dirty="0">
              <a:solidFill>
                <a:schemeClr val="tx1">
                  <a:lumMod val="50000"/>
                  <a:lumOff val="50000"/>
                </a:schemeClr>
              </a:solidFill>
            </a:endParaRPr>
          </a:p>
          <a:p>
            <a:pPr algn="l">
              <a:lnSpc>
                <a:spcPct val="90000"/>
              </a:lnSpc>
            </a:pPr>
            <a:endParaRPr lang="en-GB" sz="1600" kern="0" dirty="0">
              <a:solidFill>
                <a:schemeClr val="tx1">
                  <a:lumMod val="50000"/>
                  <a:lumOff val="50000"/>
                </a:schemeClr>
              </a:solidFill>
            </a:endParaRPr>
          </a:p>
          <a:p>
            <a:pPr algn="l">
              <a:lnSpc>
                <a:spcPct val="90000"/>
              </a:lnSpc>
            </a:pPr>
            <a:endParaRPr lang="en-GB" sz="1600" kern="0" dirty="0">
              <a:solidFill>
                <a:schemeClr val="tx1">
                  <a:lumMod val="50000"/>
                  <a:lumOff val="50000"/>
                </a:schemeClr>
              </a:solidFill>
            </a:endParaRPr>
          </a:p>
          <a:p>
            <a:pPr algn="l">
              <a:lnSpc>
                <a:spcPct val="90000"/>
              </a:lnSpc>
            </a:pPr>
            <a:endParaRPr lang="en-GB" sz="1600" kern="0" dirty="0">
              <a:solidFill>
                <a:schemeClr val="tx1">
                  <a:lumMod val="50000"/>
                  <a:lumOff val="50000"/>
                </a:schemeClr>
              </a:solidFill>
            </a:endParaRPr>
          </a:p>
          <a:p>
            <a:pPr marL="285750" indent="-285750" algn="l">
              <a:lnSpc>
                <a:spcPct val="90000"/>
              </a:lnSpc>
              <a:buFont typeface="Arial" panose="020B0604020202020204" pitchFamily="34" charset="0"/>
              <a:buChar char="•"/>
            </a:pPr>
            <a:r>
              <a:rPr lang="en-GB" sz="1600" kern="0" dirty="0">
                <a:solidFill>
                  <a:schemeClr val="tx1">
                    <a:lumMod val="50000"/>
                    <a:lumOff val="50000"/>
                  </a:schemeClr>
                </a:solidFill>
              </a:rPr>
              <a:t>The final stage will progress the DCC status to ‘Commissioned’. </a:t>
            </a:r>
          </a:p>
          <a:p>
            <a:pPr algn="l">
              <a:lnSpc>
                <a:spcPct val="90000"/>
              </a:lnSpc>
            </a:pPr>
            <a:r>
              <a:rPr lang="en-GB" sz="1600" kern="0" dirty="0">
                <a:solidFill>
                  <a:schemeClr val="bg2"/>
                </a:solidFill>
              </a:rPr>
              <a:t>*Please note a Commissioned Status in HVA during an install does not supersede current Policy around HHT Error Messages and MOA Support should be contacted.</a:t>
            </a:r>
          </a:p>
        </p:txBody>
      </p:sp>
      <p:sp>
        <p:nvSpPr>
          <p:cNvPr id="22" name="Rectangle 21">
            <a:extLst>
              <a:ext uri="{FF2B5EF4-FFF2-40B4-BE49-F238E27FC236}">
                <a16:creationId xmlns:a16="http://schemas.microsoft.com/office/drawing/2014/main" id="{F2E5FA56-438E-80C2-4D38-2F8CE63C69B7}"/>
              </a:ext>
            </a:extLst>
          </p:cNvPr>
          <p:cNvSpPr/>
          <p:nvPr/>
        </p:nvSpPr>
        <p:spPr>
          <a:xfrm>
            <a:off x="5542671" y="2321170"/>
            <a:ext cx="1688123" cy="394435"/>
          </a:xfrm>
          <a:prstGeom prst="rect">
            <a:avLst/>
          </a:prstGeom>
          <a:no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F0000"/>
              </a:solidFill>
            </a:endParaRPr>
          </a:p>
        </p:txBody>
      </p:sp>
      <p:sp>
        <p:nvSpPr>
          <p:cNvPr id="23" name="Rectangle 22">
            <a:extLst>
              <a:ext uri="{FF2B5EF4-FFF2-40B4-BE49-F238E27FC236}">
                <a16:creationId xmlns:a16="http://schemas.microsoft.com/office/drawing/2014/main" id="{DBDDF4B7-F824-8E9E-E980-92610D78A971}"/>
              </a:ext>
            </a:extLst>
          </p:cNvPr>
          <p:cNvSpPr/>
          <p:nvPr/>
        </p:nvSpPr>
        <p:spPr>
          <a:xfrm>
            <a:off x="5542671" y="3903784"/>
            <a:ext cx="2532184" cy="408702"/>
          </a:xfrm>
          <a:prstGeom prst="rect">
            <a:avLst/>
          </a:prstGeom>
          <a:no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23">
            <a:extLst>
              <a:ext uri="{FF2B5EF4-FFF2-40B4-BE49-F238E27FC236}">
                <a16:creationId xmlns:a16="http://schemas.microsoft.com/office/drawing/2014/main" id="{B39E818F-B549-47AF-38D6-DC8936803EF9}"/>
              </a:ext>
            </a:extLst>
          </p:cNvPr>
          <p:cNvSpPr/>
          <p:nvPr/>
        </p:nvSpPr>
        <p:spPr>
          <a:xfrm>
            <a:off x="5542671" y="5504785"/>
            <a:ext cx="1899138" cy="459917"/>
          </a:xfrm>
          <a:prstGeom prst="rect">
            <a:avLst/>
          </a:prstGeom>
          <a:no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Arrow: Down 28">
            <a:extLst>
              <a:ext uri="{FF2B5EF4-FFF2-40B4-BE49-F238E27FC236}">
                <a16:creationId xmlns:a16="http://schemas.microsoft.com/office/drawing/2014/main" id="{6433B703-2C62-50B7-280B-82E93C54864E}"/>
              </a:ext>
            </a:extLst>
          </p:cNvPr>
          <p:cNvSpPr/>
          <p:nvPr/>
        </p:nvSpPr>
        <p:spPr>
          <a:xfrm>
            <a:off x="7779434" y="3157584"/>
            <a:ext cx="232117" cy="308169"/>
          </a:xfrm>
          <a:prstGeom prst="down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Arrow: Down 29">
            <a:extLst>
              <a:ext uri="{FF2B5EF4-FFF2-40B4-BE49-F238E27FC236}">
                <a16:creationId xmlns:a16="http://schemas.microsoft.com/office/drawing/2014/main" id="{BF7277FE-3B73-C30D-77FE-9AB34CD9E6CA}"/>
              </a:ext>
            </a:extLst>
          </p:cNvPr>
          <p:cNvSpPr/>
          <p:nvPr/>
        </p:nvSpPr>
        <p:spPr>
          <a:xfrm>
            <a:off x="7779434" y="4650621"/>
            <a:ext cx="232117" cy="314080"/>
          </a:xfrm>
          <a:prstGeom prst="down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32989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B4B58578-F4A4-4101-9325-B61CC832277C}"/>
              </a:ext>
            </a:extLst>
          </p:cNvPr>
          <p:cNvSpPr>
            <a:spLocks noGrp="1"/>
          </p:cNvSpPr>
          <p:nvPr>
            <p:ph type="body" sz="quarter" idx="58"/>
          </p:nvPr>
        </p:nvSpPr>
        <p:spPr/>
        <p:txBody>
          <a:bodyPr/>
          <a:lstStyle/>
          <a:p>
            <a:endParaRPr lang="en-GB"/>
          </a:p>
        </p:txBody>
      </p:sp>
      <p:sp>
        <p:nvSpPr>
          <p:cNvPr id="10" name="Text Placeholder 9">
            <a:extLst>
              <a:ext uri="{FF2B5EF4-FFF2-40B4-BE49-F238E27FC236}">
                <a16:creationId xmlns:a16="http://schemas.microsoft.com/office/drawing/2014/main" id="{ECE93E52-9EC4-4DAE-A222-6160DA5454EA}"/>
              </a:ext>
            </a:extLst>
          </p:cNvPr>
          <p:cNvSpPr>
            <a:spLocks noGrp="1"/>
          </p:cNvSpPr>
          <p:nvPr>
            <p:ph type="body" sz="quarter" idx="59"/>
          </p:nvPr>
        </p:nvSpPr>
        <p:spPr/>
        <p:txBody>
          <a:bodyPr/>
          <a:lstStyle/>
          <a:p>
            <a:endParaRPr lang="en-GB"/>
          </a:p>
        </p:txBody>
      </p:sp>
      <p:sp>
        <p:nvSpPr>
          <p:cNvPr id="7" name="Text Placeholder 2">
            <a:extLst>
              <a:ext uri="{FF2B5EF4-FFF2-40B4-BE49-F238E27FC236}">
                <a16:creationId xmlns:a16="http://schemas.microsoft.com/office/drawing/2014/main" id="{957247EC-15D6-4791-A19D-5E2C5959D351}"/>
              </a:ext>
            </a:extLst>
          </p:cNvPr>
          <p:cNvSpPr>
            <a:spLocks noGrp="1"/>
          </p:cNvSpPr>
          <p:nvPr>
            <p:ph type="body" sz="quarter" idx="14"/>
          </p:nvPr>
        </p:nvSpPr>
        <p:spPr>
          <a:xfrm>
            <a:off x="510293" y="486724"/>
            <a:ext cx="8036178" cy="457056"/>
          </a:xfrm>
        </p:spPr>
        <p:txBody>
          <a:bodyPr/>
          <a:lstStyle/>
          <a:p>
            <a:r>
              <a:rPr lang="en-GB" dirty="0"/>
              <a:t>How to use:  Comms Checker (Slide 4)</a:t>
            </a:r>
          </a:p>
          <a:p>
            <a:endParaRPr lang="en-GB" dirty="0"/>
          </a:p>
        </p:txBody>
      </p:sp>
      <p:sp>
        <p:nvSpPr>
          <p:cNvPr id="2" name="TextBox 1">
            <a:extLst>
              <a:ext uri="{FF2B5EF4-FFF2-40B4-BE49-F238E27FC236}">
                <a16:creationId xmlns:a16="http://schemas.microsoft.com/office/drawing/2014/main" id="{7D4026AF-F6E4-6DB1-98DF-5FEB11B15B18}"/>
              </a:ext>
            </a:extLst>
          </p:cNvPr>
          <p:cNvSpPr txBox="1"/>
          <p:nvPr/>
        </p:nvSpPr>
        <p:spPr>
          <a:xfrm>
            <a:off x="-215926" y="2691976"/>
            <a:ext cx="10977710" cy="878753"/>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t" anchorCtr="0">
            <a:noAutofit/>
          </a:bodyPr>
          <a:lstStyle/>
          <a:p>
            <a:pPr>
              <a:lnSpc>
                <a:spcPct val="90000"/>
              </a:lnSpc>
            </a:pPr>
            <a:endParaRPr lang="en-GB" sz="1600" b="1" kern="0" dirty="0">
              <a:solidFill>
                <a:schemeClr val="tx1">
                  <a:lumMod val="50000"/>
                  <a:lumOff val="50000"/>
                </a:schemeClr>
              </a:solidFill>
            </a:endParaRPr>
          </a:p>
          <a:p>
            <a:pPr algn="l">
              <a:lnSpc>
                <a:spcPct val="90000"/>
              </a:lnSpc>
            </a:pPr>
            <a:endParaRPr lang="en-GB" sz="1600" b="0" kern="0" dirty="0">
              <a:solidFill>
                <a:schemeClr val="tx1">
                  <a:lumMod val="50000"/>
                  <a:lumOff val="50000"/>
                </a:schemeClr>
              </a:solidFill>
            </a:endParaRPr>
          </a:p>
        </p:txBody>
      </p:sp>
      <p:sp>
        <p:nvSpPr>
          <p:cNvPr id="8" name="TextBox 7">
            <a:extLst>
              <a:ext uri="{FF2B5EF4-FFF2-40B4-BE49-F238E27FC236}">
                <a16:creationId xmlns:a16="http://schemas.microsoft.com/office/drawing/2014/main" id="{F5B068E4-0526-4AC1-62F0-0BA3D4668B88}"/>
              </a:ext>
            </a:extLst>
          </p:cNvPr>
          <p:cNvSpPr txBox="1"/>
          <p:nvPr/>
        </p:nvSpPr>
        <p:spPr>
          <a:xfrm>
            <a:off x="1209822" y="4656406"/>
            <a:ext cx="2518116" cy="1714868"/>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t" anchorCtr="0">
            <a:noAutofit/>
          </a:bodyPr>
          <a:lstStyle/>
          <a:p>
            <a:pPr algn="l">
              <a:lnSpc>
                <a:spcPct val="90000"/>
              </a:lnSpc>
            </a:pPr>
            <a:endParaRPr lang="en-GB" sz="1600" b="0" kern="0" dirty="0">
              <a:solidFill>
                <a:schemeClr val="tx1">
                  <a:lumMod val="50000"/>
                  <a:lumOff val="50000"/>
                </a:schemeClr>
              </a:solidFill>
            </a:endParaRPr>
          </a:p>
        </p:txBody>
      </p:sp>
      <p:sp>
        <p:nvSpPr>
          <p:cNvPr id="13" name="TextBox 12">
            <a:extLst>
              <a:ext uri="{FF2B5EF4-FFF2-40B4-BE49-F238E27FC236}">
                <a16:creationId xmlns:a16="http://schemas.microsoft.com/office/drawing/2014/main" id="{D3C7158F-EBE4-E00F-3E9B-F6616F24080A}"/>
              </a:ext>
            </a:extLst>
          </p:cNvPr>
          <p:cNvSpPr txBox="1"/>
          <p:nvPr/>
        </p:nvSpPr>
        <p:spPr>
          <a:xfrm>
            <a:off x="6794695" y="2813538"/>
            <a:ext cx="984739" cy="436099"/>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b" anchorCtr="0">
            <a:noAutofit/>
          </a:bodyPr>
          <a:lstStyle/>
          <a:p>
            <a:pPr algn="l">
              <a:lnSpc>
                <a:spcPct val="90000"/>
              </a:lnSpc>
            </a:pPr>
            <a:endParaRPr lang="en-GB" sz="3200" b="0" kern="0" dirty="0">
              <a:solidFill>
                <a:schemeClr val="tx1">
                  <a:lumMod val="50000"/>
                  <a:lumOff val="50000"/>
                </a:schemeClr>
              </a:solidFill>
            </a:endParaRPr>
          </a:p>
        </p:txBody>
      </p:sp>
      <p:sp>
        <p:nvSpPr>
          <p:cNvPr id="3" name="TextBox 2">
            <a:extLst>
              <a:ext uri="{FF2B5EF4-FFF2-40B4-BE49-F238E27FC236}">
                <a16:creationId xmlns:a16="http://schemas.microsoft.com/office/drawing/2014/main" id="{61826840-CEC5-D520-B1A5-EE280EF34B9C}"/>
              </a:ext>
            </a:extLst>
          </p:cNvPr>
          <p:cNvSpPr txBox="1"/>
          <p:nvPr/>
        </p:nvSpPr>
        <p:spPr>
          <a:xfrm>
            <a:off x="745588" y="1216729"/>
            <a:ext cx="10339754" cy="742276"/>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b" anchorCtr="0">
            <a:noAutofit/>
          </a:bodyPr>
          <a:lstStyle/>
          <a:p>
            <a:pPr algn="l">
              <a:lnSpc>
                <a:spcPct val="90000"/>
              </a:lnSpc>
            </a:pPr>
            <a:endParaRPr lang="en-GB" sz="3200" b="0" kern="0" dirty="0">
              <a:solidFill>
                <a:schemeClr val="tx1">
                  <a:lumMod val="50000"/>
                  <a:lumOff val="50000"/>
                </a:schemeClr>
              </a:solidFill>
            </a:endParaRPr>
          </a:p>
        </p:txBody>
      </p:sp>
      <p:sp>
        <p:nvSpPr>
          <p:cNvPr id="15" name="TextBox 14">
            <a:extLst>
              <a:ext uri="{FF2B5EF4-FFF2-40B4-BE49-F238E27FC236}">
                <a16:creationId xmlns:a16="http://schemas.microsoft.com/office/drawing/2014/main" id="{2402134B-54E2-3719-3DAE-4609704A8FEC}"/>
              </a:ext>
            </a:extLst>
          </p:cNvPr>
          <p:cNvSpPr txBox="1"/>
          <p:nvPr/>
        </p:nvSpPr>
        <p:spPr>
          <a:xfrm>
            <a:off x="619172" y="1216729"/>
            <a:ext cx="10339754" cy="742267"/>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b" anchorCtr="0">
            <a:noAutofit/>
          </a:bodyPr>
          <a:lstStyle/>
          <a:p>
            <a:pPr algn="l">
              <a:lnSpc>
                <a:spcPct val="90000"/>
              </a:lnSpc>
            </a:pPr>
            <a:endParaRPr lang="en-GB" sz="3200" b="0" kern="0" dirty="0">
              <a:solidFill>
                <a:schemeClr val="tx1">
                  <a:lumMod val="50000"/>
                  <a:lumOff val="50000"/>
                </a:schemeClr>
              </a:solidFill>
            </a:endParaRPr>
          </a:p>
        </p:txBody>
      </p:sp>
      <p:sp>
        <p:nvSpPr>
          <p:cNvPr id="16" name="TextBox 15">
            <a:extLst>
              <a:ext uri="{FF2B5EF4-FFF2-40B4-BE49-F238E27FC236}">
                <a16:creationId xmlns:a16="http://schemas.microsoft.com/office/drawing/2014/main" id="{BCF4B5D3-61C7-4FF7-50F8-0448244D5D19}"/>
              </a:ext>
            </a:extLst>
          </p:cNvPr>
          <p:cNvSpPr txBox="1"/>
          <p:nvPr/>
        </p:nvSpPr>
        <p:spPr>
          <a:xfrm>
            <a:off x="745589" y="1589650"/>
            <a:ext cx="3531183" cy="1839350"/>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t" anchorCtr="0">
            <a:noAutofit/>
          </a:bodyPr>
          <a:lstStyle/>
          <a:p>
            <a:pPr>
              <a:lnSpc>
                <a:spcPct val="90000"/>
              </a:lnSpc>
            </a:pPr>
            <a:endParaRPr lang="en-GB" sz="1600" kern="0" dirty="0">
              <a:solidFill>
                <a:schemeClr val="tx1">
                  <a:lumMod val="50000"/>
                  <a:lumOff val="50000"/>
                </a:schemeClr>
              </a:solidFill>
            </a:endParaRPr>
          </a:p>
        </p:txBody>
      </p:sp>
      <p:sp>
        <p:nvSpPr>
          <p:cNvPr id="18" name="TextBox 17">
            <a:extLst>
              <a:ext uri="{FF2B5EF4-FFF2-40B4-BE49-F238E27FC236}">
                <a16:creationId xmlns:a16="http://schemas.microsoft.com/office/drawing/2014/main" id="{7ABDCB2C-7F7B-99B0-8F9C-9D7D0E2D6948}"/>
              </a:ext>
            </a:extLst>
          </p:cNvPr>
          <p:cNvSpPr txBox="1"/>
          <p:nvPr/>
        </p:nvSpPr>
        <p:spPr>
          <a:xfrm>
            <a:off x="4403188" y="2254760"/>
            <a:ext cx="3038621" cy="558778"/>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b" anchorCtr="0">
            <a:noAutofit/>
          </a:bodyPr>
          <a:lstStyle/>
          <a:p>
            <a:pPr algn="ctr">
              <a:lnSpc>
                <a:spcPct val="90000"/>
              </a:lnSpc>
            </a:pPr>
            <a:endParaRPr lang="en-GB" sz="1600" b="1" kern="0" dirty="0">
              <a:solidFill>
                <a:schemeClr val="tx1">
                  <a:lumMod val="50000"/>
                  <a:lumOff val="50000"/>
                </a:schemeClr>
              </a:solidFill>
            </a:endParaRPr>
          </a:p>
          <a:p>
            <a:pPr algn="ctr">
              <a:lnSpc>
                <a:spcPct val="90000"/>
              </a:lnSpc>
            </a:pPr>
            <a:endParaRPr lang="en-GB" sz="1600" b="1" kern="0" dirty="0">
              <a:solidFill>
                <a:schemeClr val="tx1">
                  <a:lumMod val="50000"/>
                  <a:lumOff val="50000"/>
                </a:schemeClr>
              </a:solidFill>
            </a:endParaRPr>
          </a:p>
          <a:p>
            <a:pPr algn="ctr">
              <a:lnSpc>
                <a:spcPct val="90000"/>
              </a:lnSpc>
            </a:pPr>
            <a:endParaRPr lang="en-GB" sz="1600" b="0" kern="0" dirty="0">
              <a:solidFill>
                <a:schemeClr val="tx1">
                  <a:lumMod val="50000"/>
                  <a:lumOff val="50000"/>
                </a:schemeClr>
              </a:solidFill>
            </a:endParaRPr>
          </a:p>
        </p:txBody>
      </p:sp>
      <p:sp>
        <p:nvSpPr>
          <p:cNvPr id="17" name="TextBox 16">
            <a:extLst>
              <a:ext uri="{FF2B5EF4-FFF2-40B4-BE49-F238E27FC236}">
                <a16:creationId xmlns:a16="http://schemas.microsoft.com/office/drawing/2014/main" id="{0E743CAF-1F9F-CB0B-F736-BD9A0F03907A}"/>
              </a:ext>
            </a:extLst>
          </p:cNvPr>
          <p:cNvSpPr txBox="1"/>
          <p:nvPr/>
        </p:nvSpPr>
        <p:spPr>
          <a:xfrm>
            <a:off x="8792308" y="5641271"/>
            <a:ext cx="2532184" cy="1026815"/>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b" anchorCtr="0">
            <a:noAutofit/>
          </a:bodyPr>
          <a:lstStyle/>
          <a:p>
            <a:pPr algn="l">
              <a:lnSpc>
                <a:spcPct val="90000"/>
              </a:lnSpc>
            </a:pPr>
            <a:endParaRPr lang="en-GB" sz="3200" b="0" kern="0" dirty="0">
              <a:solidFill>
                <a:schemeClr val="tx1">
                  <a:lumMod val="50000"/>
                  <a:lumOff val="50000"/>
                </a:schemeClr>
              </a:solidFill>
            </a:endParaRPr>
          </a:p>
        </p:txBody>
      </p:sp>
      <p:pic>
        <p:nvPicPr>
          <p:cNvPr id="4" name="Picture 3">
            <a:extLst>
              <a:ext uri="{FF2B5EF4-FFF2-40B4-BE49-F238E27FC236}">
                <a16:creationId xmlns:a16="http://schemas.microsoft.com/office/drawing/2014/main" id="{EAE0A2FB-C671-E740-601F-4D9CF5AC9FE3}"/>
              </a:ext>
            </a:extLst>
          </p:cNvPr>
          <p:cNvPicPr>
            <a:picLocks noChangeAspect="1"/>
          </p:cNvPicPr>
          <p:nvPr/>
        </p:nvPicPr>
        <p:blipFill>
          <a:blip r:embed="rId2"/>
          <a:stretch>
            <a:fillRect/>
          </a:stretch>
        </p:blipFill>
        <p:spPr>
          <a:xfrm>
            <a:off x="5964703" y="1603717"/>
            <a:ext cx="3910818" cy="3685735"/>
          </a:xfrm>
          <a:prstGeom prst="rect">
            <a:avLst/>
          </a:prstGeom>
        </p:spPr>
      </p:pic>
      <p:sp>
        <p:nvSpPr>
          <p:cNvPr id="5" name="TextBox 4">
            <a:extLst>
              <a:ext uri="{FF2B5EF4-FFF2-40B4-BE49-F238E27FC236}">
                <a16:creationId xmlns:a16="http://schemas.microsoft.com/office/drawing/2014/main" id="{36F7CC97-6E8F-DB71-47AE-E094D943CB45}"/>
              </a:ext>
            </a:extLst>
          </p:cNvPr>
          <p:cNvSpPr txBox="1"/>
          <p:nvPr/>
        </p:nvSpPr>
        <p:spPr>
          <a:xfrm>
            <a:off x="619171" y="1316701"/>
            <a:ext cx="3531183" cy="427693"/>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t" anchorCtr="0">
            <a:noAutofit/>
          </a:bodyPr>
          <a:lstStyle/>
          <a:p>
            <a:pPr algn="l">
              <a:lnSpc>
                <a:spcPct val="90000"/>
              </a:lnSpc>
            </a:pPr>
            <a:r>
              <a:rPr lang="en-GB" b="1" kern="0" dirty="0">
                <a:solidFill>
                  <a:schemeClr val="tx1">
                    <a:lumMod val="50000"/>
                    <a:lumOff val="50000"/>
                  </a:schemeClr>
                </a:solidFill>
              </a:rPr>
              <a:t>Unable to perform Smart Diagnosis </a:t>
            </a:r>
          </a:p>
        </p:txBody>
      </p:sp>
      <p:sp>
        <p:nvSpPr>
          <p:cNvPr id="11" name="TextBox 10">
            <a:extLst>
              <a:ext uri="{FF2B5EF4-FFF2-40B4-BE49-F238E27FC236}">
                <a16:creationId xmlns:a16="http://schemas.microsoft.com/office/drawing/2014/main" id="{C6338140-80A1-5CA7-5054-E0E649208B44}"/>
              </a:ext>
            </a:extLst>
          </p:cNvPr>
          <p:cNvSpPr txBox="1"/>
          <p:nvPr/>
        </p:nvSpPr>
        <p:spPr>
          <a:xfrm>
            <a:off x="4501662" y="1491175"/>
            <a:ext cx="914400" cy="914400"/>
          </a:xfrm>
          <a:prstGeom prst="rect">
            <a:avLst/>
          </a:prstGeom>
          <a:ln w="3175">
            <a:miter lim="400000"/>
          </a:ln>
          <a:extLst>
            <a:ext uri="{C572A759-6A51-4108-AA02-DFA0A04FC94B}">
              <ma14:wrappingTextBoxFlag xmlns:ma14="http://schemas.microsoft.com/office/mac/drawingml/2011/main" xmlns="" val="1"/>
            </a:ext>
          </a:extLst>
        </p:spPr>
        <p:txBody>
          <a:bodyPr wrap="none" lIns="0" tIns="45709" rIns="91419" bIns="45709" rtlCol="0" anchor="b" anchorCtr="0">
            <a:noAutofit/>
          </a:bodyPr>
          <a:lstStyle/>
          <a:p>
            <a:pPr algn="l">
              <a:lnSpc>
                <a:spcPct val="90000"/>
              </a:lnSpc>
            </a:pPr>
            <a:endParaRPr lang="en-GB" sz="3200" b="0" kern="0" dirty="0">
              <a:solidFill>
                <a:schemeClr val="tx1">
                  <a:lumMod val="50000"/>
                  <a:lumOff val="50000"/>
                </a:schemeClr>
              </a:solidFill>
            </a:endParaRPr>
          </a:p>
        </p:txBody>
      </p:sp>
      <p:sp>
        <p:nvSpPr>
          <p:cNvPr id="14" name="TextBox 13">
            <a:extLst>
              <a:ext uri="{FF2B5EF4-FFF2-40B4-BE49-F238E27FC236}">
                <a16:creationId xmlns:a16="http://schemas.microsoft.com/office/drawing/2014/main" id="{99F4C619-15C7-A90D-A118-EA0B2B12125D}"/>
              </a:ext>
            </a:extLst>
          </p:cNvPr>
          <p:cNvSpPr txBox="1"/>
          <p:nvPr/>
        </p:nvSpPr>
        <p:spPr>
          <a:xfrm>
            <a:off x="1055078" y="2117315"/>
            <a:ext cx="3671667" cy="4402697"/>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t" anchorCtr="0">
            <a:noAutofit/>
          </a:bodyPr>
          <a:lstStyle/>
          <a:p>
            <a:pPr marL="285750" indent="-285750">
              <a:lnSpc>
                <a:spcPct val="90000"/>
              </a:lnSpc>
              <a:buFont typeface="Wingdings" panose="05000000000000000000" pitchFamily="2" charset="2"/>
              <a:buChar char="§"/>
            </a:pPr>
            <a:r>
              <a:rPr lang="en-GB" sz="1600" kern="0" dirty="0">
                <a:solidFill>
                  <a:schemeClr val="tx1">
                    <a:lumMod val="50000"/>
                    <a:lumOff val="50000"/>
                  </a:schemeClr>
                </a:solidFill>
              </a:rPr>
              <a:t>If this message is received after performing a Smart diagnosis as per the comments in the yellow box, this would indicate no devices are associated the MPxN/Address.</a:t>
            </a:r>
          </a:p>
          <a:p>
            <a:pPr marL="285750" indent="-285750">
              <a:lnSpc>
                <a:spcPct val="90000"/>
              </a:lnSpc>
              <a:buFont typeface="Wingdings" panose="05000000000000000000" pitchFamily="2" charset="2"/>
              <a:buChar char="§"/>
            </a:pPr>
            <a:endParaRPr lang="en-GB" sz="1600" kern="0" dirty="0">
              <a:solidFill>
                <a:schemeClr val="tx1">
                  <a:lumMod val="50000"/>
                  <a:lumOff val="50000"/>
                </a:schemeClr>
              </a:solidFill>
            </a:endParaRPr>
          </a:p>
          <a:p>
            <a:pPr marL="285750" indent="-285750">
              <a:lnSpc>
                <a:spcPct val="90000"/>
              </a:lnSpc>
              <a:buFont typeface="Wingdings" panose="05000000000000000000" pitchFamily="2" charset="2"/>
              <a:buChar char="§"/>
            </a:pPr>
            <a:r>
              <a:rPr lang="en-GB" sz="1600" kern="0" dirty="0">
                <a:solidFill>
                  <a:schemeClr val="tx1">
                    <a:lumMod val="50000"/>
                    <a:lumOff val="50000"/>
                  </a:schemeClr>
                </a:solidFill>
              </a:rPr>
              <a:t>For example Triggering the Smart diagnosis after a HHT send  and incurring an E20 DCCASR error message via the HHT, this would be the expected view.</a:t>
            </a:r>
            <a:endParaRPr lang="en-GB" sz="1900" kern="0" dirty="0">
              <a:solidFill>
                <a:schemeClr val="tx1">
                  <a:lumMod val="50000"/>
                  <a:lumOff val="50000"/>
                </a:schemeClr>
              </a:solidFill>
            </a:endParaRPr>
          </a:p>
          <a:p>
            <a:pPr algn="l">
              <a:lnSpc>
                <a:spcPct val="90000"/>
              </a:lnSpc>
            </a:pPr>
            <a:endParaRPr lang="en-GB" sz="1600" b="0" kern="0" dirty="0">
              <a:solidFill>
                <a:schemeClr val="tx1">
                  <a:lumMod val="50000"/>
                  <a:lumOff val="50000"/>
                </a:schemeClr>
              </a:solidFill>
            </a:endParaRPr>
          </a:p>
        </p:txBody>
      </p:sp>
      <p:sp>
        <p:nvSpPr>
          <p:cNvPr id="19" name="Rectangle 18">
            <a:extLst>
              <a:ext uri="{FF2B5EF4-FFF2-40B4-BE49-F238E27FC236}">
                <a16:creationId xmlns:a16="http://schemas.microsoft.com/office/drawing/2014/main" id="{8FA06A2C-63E8-1561-65CC-132814FD9700}"/>
              </a:ext>
            </a:extLst>
          </p:cNvPr>
          <p:cNvSpPr/>
          <p:nvPr/>
        </p:nvSpPr>
        <p:spPr>
          <a:xfrm>
            <a:off x="6513342" y="4375052"/>
            <a:ext cx="3080824" cy="914400"/>
          </a:xfrm>
          <a:prstGeom prst="rect">
            <a:avLst/>
          </a:pr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97094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B4B58578-F4A4-4101-9325-B61CC832277C}"/>
              </a:ext>
            </a:extLst>
          </p:cNvPr>
          <p:cNvSpPr>
            <a:spLocks noGrp="1"/>
          </p:cNvSpPr>
          <p:nvPr>
            <p:ph type="body" sz="quarter" idx="58"/>
          </p:nvPr>
        </p:nvSpPr>
        <p:spPr/>
        <p:txBody>
          <a:bodyPr/>
          <a:lstStyle/>
          <a:p>
            <a:endParaRPr lang="en-GB"/>
          </a:p>
        </p:txBody>
      </p:sp>
      <p:sp>
        <p:nvSpPr>
          <p:cNvPr id="10" name="Text Placeholder 9">
            <a:extLst>
              <a:ext uri="{FF2B5EF4-FFF2-40B4-BE49-F238E27FC236}">
                <a16:creationId xmlns:a16="http://schemas.microsoft.com/office/drawing/2014/main" id="{ECE93E52-9EC4-4DAE-A222-6160DA5454EA}"/>
              </a:ext>
            </a:extLst>
          </p:cNvPr>
          <p:cNvSpPr>
            <a:spLocks noGrp="1"/>
          </p:cNvSpPr>
          <p:nvPr>
            <p:ph type="body" sz="quarter" idx="59"/>
          </p:nvPr>
        </p:nvSpPr>
        <p:spPr/>
        <p:txBody>
          <a:bodyPr/>
          <a:lstStyle/>
          <a:p>
            <a:endParaRPr lang="en-GB"/>
          </a:p>
        </p:txBody>
      </p:sp>
      <p:sp>
        <p:nvSpPr>
          <p:cNvPr id="7" name="Text Placeholder 2">
            <a:extLst>
              <a:ext uri="{FF2B5EF4-FFF2-40B4-BE49-F238E27FC236}">
                <a16:creationId xmlns:a16="http://schemas.microsoft.com/office/drawing/2014/main" id="{957247EC-15D6-4791-A19D-5E2C5959D351}"/>
              </a:ext>
            </a:extLst>
          </p:cNvPr>
          <p:cNvSpPr>
            <a:spLocks noGrp="1"/>
          </p:cNvSpPr>
          <p:nvPr>
            <p:ph type="body" sz="quarter" idx="14"/>
          </p:nvPr>
        </p:nvSpPr>
        <p:spPr>
          <a:xfrm>
            <a:off x="510293" y="486724"/>
            <a:ext cx="8036178" cy="457056"/>
          </a:xfrm>
        </p:spPr>
        <p:txBody>
          <a:bodyPr/>
          <a:lstStyle/>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GB" sz="2800" b="1" i="0" u="none" strike="noStrike" kern="1200" cap="none" spc="0" normalizeH="0" baseline="0" noProof="0" dirty="0">
                <a:ln>
                  <a:noFill/>
                </a:ln>
                <a:solidFill>
                  <a:srgbClr val="5C881A"/>
                </a:solidFill>
                <a:effectLst/>
                <a:uLnTx/>
                <a:uFillTx/>
                <a:latin typeface="Lato Light"/>
                <a:ea typeface="+mn-ea"/>
                <a:cs typeface="+mn-cs"/>
              </a:rPr>
              <a:t>Obtaining details for the next job*</a:t>
            </a:r>
          </a:p>
          <a:p>
            <a:endParaRPr lang="en-GB" dirty="0"/>
          </a:p>
        </p:txBody>
      </p:sp>
      <p:sp>
        <p:nvSpPr>
          <p:cNvPr id="2" name="TextBox 1">
            <a:extLst>
              <a:ext uri="{FF2B5EF4-FFF2-40B4-BE49-F238E27FC236}">
                <a16:creationId xmlns:a16="http://schemas.microsoft.com/office/drawing/2014/main" id="{7D4026AF-F6E4-6DB1-98DF-5FEB11B15B18}"/>
              </a:ext>
            </a:extLst>
          </p:cNvPr>
          <p:cNvSpPr txBox="1"/>
          <p:nvPr/>
        </p:nvSpPr>
        <p:spPr>
          <a:xfrm>
            <a:off x="-215926" y="2691976"/>
            <a:ext cx="10977710" cy="878753"/>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t" anchorCtr="0">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GB" sz="1600" b="1" i="0" u="none" strike="noStrike" kern="0" cap="none" spc="0" normalizeH="0" baseline="0" noProof="0" dirty="0">
              <a:ln>
                <a:noFill/>
              </a:ln>
              <a:solidFill>
                <a:prstClr val="black">
                  <a:lumMod val="50000"/>
                  <a:lumOff val="50000"/>
                </a:prstClr>
              </a:solidFill>
              <a:effectLst/>
              <a:uLnTx/>
              <a:uFillTx/>
              <a:latin typeface="Lato Light"/>
              <a:ea typeface="+mn-ea"/>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GB" sz="1600" b="0" i="0" u="none" strike="noStrike" kern="0" cap="none" spc="0" normalizeH="0" baseline="0" noProof="0" dirty="0">
              <a:ln>
                <a:noFill/>
              </a:ln>
              <a:solidFill>
                <a:prstClr val="black">
                  <a:lumMod val="50000"/>
                  <a:lumOff val="50000"/>
                </a:prstClr>
              </a:solidFill>
              <a:effectLst/>
              <a:uLnTx/>
              <a:uFillTx/>
              <a:latin typeface="Lato Light"/>
              <a:ea typeface="+mn-ea"/>
              <a:cs typeface="+mn-cs"/>
            </a:endParaRPr>
          </a:p>
        </p:txBody>
      </p:sp>
      <p:sp>
        <p:nvSpPr>
          <p:cNvPr id="8" name="TextBox 7">
            <a:extLst>
              <a:ext uri="{FF2B5EF4-FFF2-40B4-BE49-F238E27FC236}">
                <a16:creationId xmlns:a16="http://schemas.microsoft.com/office/drawing/2014/main" id="{F5B068E4-0526-4AC1-62F0-0BA3D4668B88}"/>
              </a:ext>
            </a:extLst>
          </p:cNvPr>
          <p:cNvSpPr txBox="1"/>
          <p:nvPr/>
        </p:nvSpPr>
        <p:spPr>
          <a:xfrm>
            <a:off x="1209822" y="4656406"/>
            <a:ext cx="2518116" cy="1714868"/>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t" anchorCtr="0">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GB" sz="1600" b="0" i="0" u="none" strike="noStrike" kern="0" cap="none" spc="0" normalizeH="0" baseline="0" noProof="0" dirty="0">
              <a:ln>
                <a:noFill/>
              </a:ln>
              <a:solidFill>
                <a:prstClr val="black">
                  <a:lumMod val="50000"/>
                  <a:lumOff val="50000"/>
                </a:prstClr>
              </a:solidFill>
              <a:effectLst/>
              <a:uLnTx/>
              <a:uFillTx/>
              <a:latin typeface="Lato Light"/>
              <a:ea typeface="+mn-ea"/>
              <a:cs typeface="+mn-cs"/>
            </a:endParaRPr>
          </a:p>
        </p:txBody>
      </p:sp>
      <p:sp>
        <p:nvSpPr>
          <p:cNvPr id="13" name="TextBox 12">
            <a:extLst>
              <a:ext uri="{FF2B5EF4-FFF2-40B4-BE49-F238E27FC236}">
                <a16:creationId xmlns:a16="http://schemas.microsoft.com/office/drawing/2014/main" id="{D3C7158F-EBE4-E00F-3E9B-F6616F24080A}"/>
              </a:ext>
            </a:extLst>
          </p:cNvPr>
          <p:cNvSpPr txBox="1"/>
          <p:nvPr/>
        </p:nvSpPr>
        <p:spPr>
          <a:xfrm>
            <a:off x="6794695" y="2813538"/>
            <a:ext cx="984739" cy="436099"/>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b" anchorCtr="0">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GB" sz="3200" b="0" i="0" u="none" strike="noStrike" kern="0" cap="none" spc="0" normalizeH="0" baseline="0" noProof="0" dirty="0">
              <a:ln>
                <a:noFill/>
              </a:ln>
              <a:solidFill>
                <a:prstClr val="black">
                  <a:lumMod val="50000"/>
                  <a:lumOff val="50000"/>
                </a:prstClr>
              </a:solidFill>
              <a:effectLst/>
              <a:uLnTx/>
              <a:uFillTx/>
              <a:latin typeface="Lato Light"/>
              <a:ea typeface="+mn-ea"/>
              <a:cs typeface="+mn-cs"/>
            </a:endParaRPr>
          </a:p>
        </p:txBody>
      </p:sp>
      <p:sp>
        <p:nvSpPr>
          <p:cNvPr id="3" name="TextBox 2">
            <a:extLst>
              <a:ext uri="{FF2B5EF4-FFF2-40B4-BE49-F238E27FC236}">
                <a16:creationId xmlns:a16="http://schemas.microsoft.com/office/drawing/2014/main" id="{61826840-CEC5-D520-B1A5-EE280EF34B9C}"/>
              </a:ext>
            </a:extLst>
          </p:cNvPr>
          <p:cNvSpPr txBox="1"/>
          <p:nvPr/>
        </p:nvSpPr>
        <p:spPr>
          <a:xfrm>
            <a:off x="745588" y="1216729"/>
            <a:ext cx="10339754" cy="742276"/>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b" anchorCtr="0">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GB" sz="3200" b="0" i="0" u="none" strike="noStrike" kern="0" cap="none" spc="0" normalizeH="0" baseline="0" noProof="0" dirty="0">
              <a:ln>
                <a:noFill/>
              </a:ln>
              <a:solidFill>
                <a:prstClr val="black">
                  <a:lumMod val="50000"/>
                  <a:lumOff val="50000"/>
                </a:prstClr>
              </a:solidFill>
              <a:effectLst/>
              <a:uLnTx/>
              <a:uFillTx/>
              <a:latin typeface="Lato Light"/>
              <a:ea typeface="+mn-ea"/>
              <a:cs typeface="+mn-cs"/>
            </a:endParaRPr>
          </a:p>
        </p:txBody>
      </p:sp>
      <p:sp>
        <p:nvSpPr>
          <p:cNvPr id="15" name="TextBox 14">
            <a:extLst>
              <a:ext uri="{FF2B5EF4-FFF2-40B4-BE49-F238E27FC236}">
                <a16:creationId xmlns:a16="http://schemas.microsoft.com/office/drawing/2014/main" id="{2402134B-54E2-3719-3DAE-4609704A8FEC}"/>
              </a:ext>
            </a:extLst>
          </p:cNvPr>
          <p:cNvSpPr txBox="1"/>
          <p:nvPr/>
        </p:nvSpPr>
        <p:spPr>
          <a:xfrm>
            <a:off x="619172" y="1216729"/>
            <a:ext cx="10339754" cy="896302"/>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b" anchorCtr="0">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dirty="0">
                <a:ln>
                  <a:noFill/>
                </a:ln>
                <a:solidFill>
                  <a:prstClr val="black">
                    <a:lumMod val="50000"/>
                    <a:lumOff val="50000"/>
                  </a:prstClr>
                </a:solidFill>
                <a:effectLst/>
                <a:uLnTx/>
                <a:uFillTx/>
                <a:latin typeface="Lato Light"/>
                <a:ea typeface="+mn-ea"/>
                <a:cs typeface="+mn-cs"/>
              </a:rPr>
              <a:t>Returning to the Search Function</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GB" sz="600" b="1" i="0" u="none" strike="noStrike" kern="0" cap="none" spc="0" normalizeH="0" baseline="0" noProof="0" dirty="0">
              <a:ln>
                <a:noFill/>
              </a:ln>
              <a:solidFill>
                <a:prstClr val="black">
                  <a:lumMod val="50000"/>
                  <a:lumOff val="50000"/>
                </a:prstClr>
              </a:solidFill>
              <a:effectLst/>
              <a:uLnTx/>
              <a:uFillTx/>
              <a:latin typeface="Lato Light"/>
              <a:ea typeface="+mn-ea"/>
              <a:cs typeface="+mn-cs"/>
            </a:endParaRPr>
          </a:p>
          <a:p>
            <a:pPr marL="342900" marR="0" lvl="0" indent="-342900" algn="l" defTabSz="914400" rtl="0" eaLnBrk="1" fontAlgn="auto" latinLnBrk="0" hangingPunct="1">
              <a:lnSpc>
                <a:spcPct val="90000"/>
              </a:lnSpc>
              <a:spcBef>
                <a:spcPts val="0"/>
              </a:spcBef>
              <a:spcAft>
                <a:spcPts val="0"/>
              </a:spcAft>
              <a:buClrTx/>
              <a:buSzTx/>
              <a:buFont typeface="Wingdings" panose="05000000000000000000" pitchFamily="2" charset="2"/>
              <a:buChar char="§"/>
              <a:tabLst/>
              <a:defRPr/>
            </a:pPr>
            <a:r>
              <a:rPr kumimoji="0" lang="en-GB" sz="1600" b="0" i="0" u="none" strike="noStrike" kern="0" cap="none" spc="0" normalizeH="0" baseline="0" noProof="0" dirty="0">
                <a:ln>
                  <a:noFill/>
                </a:ln>
                <a:solidFill>
                  <a:prstClr val="black">
                    <a:lumMod val="50000"/>
                    <a:lumOff val="50000"/>
                  </a:prstClr>
                </a:solidFill>
                <a:effectLst/>
                <a:uLnTx/>
                <a:uFillTx/>
                <a:latin typeface="Lato Light"/>
                <a:ea typeface="+mn-ea"/>
                <a:cs typeface="+mn-cs"/>
              </a:rPr>
              <a:t>When you have completed your current job and are ready to inform the next customer that you are on the way you can either: </a:t>
            </a:r>
            <a:endParaRPr kumimoji="0" lang="en-GB" sz="1900" b="0" i="0" u="none" strike="noStrike" kern="0" cap="none" spc="0" normalizeH="0" baseline="0" noProof="0" dirty="0">
              <a:ln>
                <a:noFill/>
              </a:ln>
              <a:solidFill>
                <a:prstClr val="black">
                  <a:lumMod val="50000"/>
                  <a:lumOff val="50000"/>
                </a:prstClr>
              </a:solidFill>
              <a:effectLst/>
              <a:uLnTx/>
              <a:uFillTx/>
              <a:latin typeface="Lato Light"/>
              <a:ea typeface="+mn-ea"/>
              <a:cs typeface="+mn-cs"/>
            </a:endParaRPr>
          </a:p>
        </p:txBody>
      </p:sp>
      <p:sp>
        <p:nvSpPr>
          <p:cNvPr id="16" name="TextBox 15">
            <a:extLst>
              <a:ext uri="{FF2B5EF4-FFF2-40B4-BE49-F238E27FC236}">
                <a16:creationId xmlns:a16="http://schemas.microsoft.com/office/drawing/2014/main" id="{BCF4B5D3-61C7-4FF7-50F8-0448244D5D19}"/>
              </a:ext>
            </a:extLst>
          </p:cNvPr>
          <p:cNvSpPr txBox="1"/>
          <p:nvPr/>
        </p:nvSpPr>
        <p:spPr>
          <a:xfrm>
            <a:off x="745589" y="1589650"/>
            <a:ext cx="3531183" cy="1839350"/>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t" anchorCtr="0">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GB" sz="1600" b="0" i="0" u="none" strike="noStrike" kern="0" cap="none" spc="0" normalizeH="0" baseline="0" noProof="0" dirty="0">
              <a:ln>
                <a:noFill/>
              </a:ln>
              <a:solidFill>
                <a:prstClr val="black">
                  <a:lumMod val="50000"/>
                  <a:lumOff val="50000"/>
                </a:prstClr>
              </a:solidFill>
              <a:effectLst/>
              <a:uLnTx/>
              <a:uFillTx/>
              <a:latin typeface="Lato Light"/>
              <a:ea typeface="+mn-ea"/>
              <a:cs typeface="+mn-cs"/>
            </a:endParaRPr>
          </a:p>
        </p:txBody>
      </p:sp>
      <p:sp>
        <p:nvSpPr>
          <p:cNvPr id="18" name="TextBox 17">
            <a:extLst>
              <a:ext uri="{FF2B5EF4-FFF2-40B4-BE49-F238E27FC236}">
                <a16:creationId xmlns:a16="http://schemas.microsoft.com/office/drawing/2014/main" id="{7ABDCB2C-7F7B-99B0-8F9C-9D7D0E2D6948}"/>
              </a:ext>
            </a:extLst>
          </p:cNvPr>
          <p:cNvSpPr txBox="1"/>
          <p:nvPr/>
        </p:nvSpPr>
        <p:spPr>
          <a:xfrm>
            <a:off x="4403188" y="2254760"/>
            <a:ext cx="3038621" cy="558778"/>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b" anchorCtr="0">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GB" sz="1600" b="1" i="0" u="none" strike="noStrike" kern="0" cap="none" spc="0" normalizeH="0" baseline="0" noProof="0" dirty="0">
              <a:ln>
                <a:noFill/>
              </a:ln>
              <a:solidFill>
                <a:prstClr val="black">
                  <a:lumMod val="50000"/>
                  <a:lumOff val="50000"/>
                </a:prstClr>
              </a:solidFill>
              <a:effectLst/>
              <a:uLnTx/>
              <a:uFillTx/>
              <a:latin typeface="Lato Light"/>
              <a:ea typeface="+mn-ea"/>
              <a:cs typeface="+mn-cs"/>
            </a:endParaRPr>
          </a:p>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GB" sz="1600" b="1" i="0" u="none" strike="noStrike" kern="0" cap="none" spc="0" normalizeH="0" baseline="0" noProof="0" dirty="0">
              <a:ln>
                <a:noFill/>
              </a:ln>
              <a:solidFill>
                <a:prstClr val="black">
                  <a:lumMod val="50000"/>
                  <a:lumOff val="50000"/>
                </a:prstClr>
              </a:solidFill>
              <a:effectLst/>
              <a:uLnTx/>
              <a:uFillTx/>
              <a:latin typeface="Lato Light"/>
              <a:ea typeface="+mn-ea"/>
              <a:cs typeface="+mn-cs"/>
            </a:endParaRPr>
          </a:p>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GB" sz="1600" b="0" i="0" u="none" strike="noStrike" kern="0" cap="none" spc="0" normalizeH="0" baseline="0" noProof="0" dirty="0">
              <a:ln>
                <a:noFill/>
              </a:ln>
              <a:solidFill>
                <a:prstClr val="black">
                  <a:lumMod val="50000"/>
                  <a:lumOff val="50000"/>
                </a:prstClr>
              </a:solidFill>
              <a:effectLst/>
              <a:uLnTx/>
              <a:uFillTx/>
              <a:latin typeface="Lato Light"/>
              <a:ea typeface="+mn-ea"/>
              <a:cs typeface="+mn-cs"/>
            </a:endParaRPr>
          </a:p>
        </p:txBody>
      </p:sp>
      <p:sp>
        <p:nvSpPr>
          <p:cNvPr id="17" name="TextBox 16">
            <a:extLst>
              <a:ext uri="{FF2B5EF4-FFF2-40B4-BE49-F238E27FC236}">
                <a16:creationId xmlns:a16="http://schemas.microsoft.com/office/drawing/2014/main" id="{0E743CAF-1F9F-CB0B-F736-BD9A0F03907A}"/>
              </a:ext>
            </a:extLst>
          </p:cNvPr>
          <p:cNvSpPr txBox="1"/>
          <p:nvPr/>
        </p:nvSpPr>
        <p:spPr>
          <a:xfrm>
            <a:off x="8792308" y="5641271"/>
            <a:ext cx="2532184" cy="1026815"/>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b" anchorCtr="0">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GB" sz="3200" b="0" i="0" u="none" strike="noStrike" kern="0" cap="none" spc="0" normalizeH="0" baseline="0" noProof="0" dirty="0">
              <a:ln>
                <a:noFill/>
              </a:ln>
              <a:solidFill>
                <a:prstClr val="black">
                  <a:lumMod val="50000"/>
                  <a:lumOff val="50000"/>
                </a:prstClr>
              </a:solidFill>
              <a:effectLst/>
              <a:uLnTx/>
              <a:uFillTx/>
              <a:latin typeface="Lato Light"/>
              <a:ea typeface="+mn-ea"/>
              <a:cs typeface="+mn-cs"/>
            </a:endParaRPr>
          </a:p>
        </p:txBody>
      </p:sp>
      <p:sp>
        <p:nvSpPr>
          <p:cNvPr id="11" name="TextBox 10">
            <a:extLst>
              <a:ext uri="{FF2B5EF4-FFF2-40B4-BE49-F238E27FC236}">
                <a16:creationId xmlns:a16="http://schemas.microsoft.com/office/drawing/2014/main" id="{C6338140-80A1-5CA7-5054-E0E649208B44}"/>
              </a:ext>
            </a:extLst>
          </p:cNvPr>
          <p:cNvSpPr txBox="1"/>
          <p:nvPr/>
        </p:nvSpPr>
        <p:spPr>
          <a:xfrm>
            <a:off x="4501662" y="1491175"/>
            <a:ext cx="914400" cy="914400"/>
          </a:xfrm>
          <a:prstGeom prst="rect">
            <a:avLst/>
          </a:prstGeom>
          <a:ln w="3175">
            <a:miter lim="400000"/>
          </a:ln>
          <a:extLst>
            <a:ext uri="{C572A759-6A51-4108-AA02-DFA0A04FC94B}">
              <ma14:wrappingTextBoxFlag xmlns:ma14="http://schemas.microsoft.com/office/mac/drawingml/2011/main" xmlns="" val="1"/>
            </a:ext>
          </a:extLst>
        </p:spPr>
        <p:txBody>
          <a:bodyPr wrap="none" lIns="0" tIns="45709" rIns="91419" bIns="45709" rtlCol="0" anchor="b" anchorCtr="0">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GB" sz="3200" b="0" i="0" u="none" strike="noStrike" kern="0" cap="none" spc="0" normalizeH="0" baseline="0" noProof="0" dirty="0">
              <a:ln>
                <a:noFill/>
              </a:ln>
              <a:solidFill>
                <a:prstClr val="black">
                  <a:lumMod val="50000"/>
                  <a:lumOff val="50000"/>
                </a:prstClr>
              </a:solidFill>
              <a:effectLst/>
              <a:uLnTx/>
              <a:uFillTx/>
              <a:latin typeface="Lato Light"/>
              <a:ea typeface="+mn-ea"/>
              <a:cs typeface="+mn-cs"/>
            </a:endParaRPr>
          </a:p>
        </p:txBody>
      </p:sp>
      <p:sp>
        <p:nvSpPr>
          <p:cNvPr id="6" name="TextBox 5">
            <a:extLst>
              <a:ext uri="{FF2B5EF4-FFF2-40B4-BE49-F238E27FC236}">
                <a16:creationId xmlns:a16="http://schemas.microsoft.com/office/drawing/2014/main" id="{D76B696A-D158-6FAC-2FC9-439403F32BFF}"/>
              </a:ext>
            </a:extLst>
          </p:cNvPr>
          <p:cNvSpPr txBox="1"/>
          <p:nvPr/>
        </p:nvSpPr>
        <p:spPr>
          <a:xfrm>
            <a:off x="510293" y="1364566"/>
            <a:ext cx="10936118" cy="1127867"/>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b" anchorCtr="0">
            <a:noAutofit/>
          </a:bodyPr>
          <a:lstStyle/>
          <a:p>
            <a:pPr algn="l">
              <a:lnSpc>
                <a:spcPct val="90000"/>
              </a:lnSpc>
            </a:pPr>
            <a:endParaRPr lang="en-GB" sz="3200" b="0" kern="0" dirty="0">
              <a:solidFill>
                <a:schemeClr val="tx1">
                  <a:lumMod val="50000"/>
                  <a:lumOff val="50000"/>
                </a:schemeClr>
              </a:solidFill>
            </a:endParaRPr>
          </a:p>
        </p:txBody>
      </p:sp>
      <p:pic>
        <p:nvPicPr>
          <p:cNvPr id="12" name="Picture 11">
            <a:extLst>
              <a:ext uri="{FF2B5EF4-FFF2-40B4-BE49-F238E27FC236}">
                <a16:creationId xmlns:a16="http://schemas.microsoft.com/office/drawing/2014/main" id="{71CA638F-8CA8-9122-5617-CEF4C3CE94E8}"/>
              </a:ext>
            </a:extLst>
          </p:cNvPr>
          <p:cNvPicPr>
            <a:picLocks noChangeAspect="1"/>
          </p:cNvPicPr>
          <p:nvPr/>
        </p:nvPicPr>
        <p:blipFill rotWithShape="1">
          <a:blip r:embed="rId2"/>
          <a:srcRect l="2007" t="1936" r="2517" b="5511"/>
          <a:stretch/>
        </p:blipFill>
        <p:spPr>
          <a:xfrm>
            <a:off x="2160354" y="2184089"/>
            <a:ext cx="2116418" cy="2907027"/>
          </a:xfrm>
          <a:prstGeom prst="rect">
            <a:avLst/>
          </a:prstGeom>
        </p:spPr>
      </p:pic>
      <p:sp>
        <p:nvSpPr>
          <p:cNvPr id="20" name="TextBox 19">
            <a:extLst>
              <a:ext uri="{FF2B5EF4-FFF2-40B4-BE49-F238E27FC236}">
                <a16:creationId xmlns:a16="http://schemas.microsoft.com/office/drawing/2014/main" id="{523E3CC3-D672-B515-D3BF-E20CDD667FA7}"/>
              </a:ext>
            </a:extLst>
          </p:cNvPr>
          <p:cNvSpPr txBox="1"/>
          <p:nvPr/>
        </p:nvSpPr>
        <p:spPr>
          <a:xfrm>
            <a:off x="5134638" y="3249637"/>
            <a:ext cx="1959509" cy="990992"/>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b" anchorCtr="0">
            <a:noAutofit/>
          </a:bodyPr>
          <a:lstStyle/>
          <a:p>
            <a:pPr algn="ctr">
              <a:lnSpc>
                <a:spcPct val="90000"/>
              </a:lnSpc>
            </a:pPr>
            <a:r>
              <a:rPr lang="en-GB" sz="2000" b="1" kern="0" dirty="0">
                <a:solidFill>
                  <a:schemeClr val="tx1">
                    <a:lumMod val="50000"/>
                    <a:lumOff val="50000"/>
                  </a:schemeClr>
                </a:solidFill>
              </a:rPr>
              <a:t>OR</a:t>
            </a:r>
            <a:r>
              <a:rPr lang="en-GB" sz="1600" kern="0" dirty="0">
                <a:solidFill>
                  <a:schemeClr val="tx1">
                    <a:lumMod val="50000"/>
                    <a:lumOff val="50000"/>
                  </a:schemeClr>
                </a:solidFill>
              </a:rPr>
              <a:t> </a:t>
            </a:r>
            <a:endParaRPr lang="en-GB" sz="1600" b="0" kern="0" dirty="0">
              <a:solidFill>
                <a:schemeClr val="tx1">
                  <a:lumMod val="50000"/>
                  <a:lumOff val="50000"/>
                </a:schemeClr>
              </a:solidFill>
            </a:endParaRPr>
          </a:p>
        </p:txBody>
      </p:sp>
      <p:pic>
        <p:nvPicPr>
          <p:cNvPr id="21" name="Picture 20">
            <a:extLst>
              <a:ext uri="{FF2B5EF4-FFF2-40B4-BE49-F238E27FC236}">
                <a16:creationId xmlns:a16="http://schemas.microsoft.com/office/drawing/2014/main" id="{34742067-9862-1B00-A7F5-5810416F5962}"/>
              </a:ext>
            </a:extLst>
          </p:cNvPr>
          <p:cNvPicPr>
            <a:picLocks noChangeAspect="1"/>
          </p:cNvPicPr>
          <p:nvPr/>
        </p:nvPicPr>
        <p:blipFill>
          <a:blip r:embed="rId3"/>
          <a:stretch>
            <a:fillRect/>
          </a:stretch>
        </p:blipFill>
        <p:spPr>
          <a:xfrm>
            <a:off x="7417705" y="3358662"/>
            <a:ext cx="3667637" cy="1076475"/>
          </a:xfrm>
          <a:prstGeom prst="rect">
            <a:avLst/>
          </a:prstGeom>
        </p:spPr>
      </p:pic>
      <p:sp>
        <p:nvSpPr>
          <p:cNvPr id="22" name="Rectangle 21">
            <a:extLst>
              <a:ext uri="{FF2B5EF4-FFF2-40B4-BE49-F238E27FC236}">
                <a16:creationId xmlns:a16="http://schemas.microsoft.com/office/drawing/2014/main" id="{9798479F-2FE7-18F3-B0FF-4AA94B6E7C78}"/>
              </a:ext>
            </a:extLst>
          </p:cNvPr>
          <p:cNvSpPr/>
          <p:nvPr/>
        </p:nvSpPr>
        <p:spPr>
          <a:xfrm>
            <a:off x="2264898" y="4839287"/>
            <a:ext cx="703385" cy="30034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ectangle 22">
            <a:extLst>
              <a:ext uri="{FF2B5EF4-FFF2-40B4-BE49-F238E27FC236}">
                <a16:creationId xmlns:a16="http://schemas.microsoft.com/office/drawing/2014/main" id="{56E7CF40-0C9D-561D-D13E-EC8E2B91AAEE}"/>
              </a:ext>
            </a:extLst>
          </p:cNvPr>
          <p:cNvSpPr/>
          <p:nvPr/>
        </p:nvSpPr>
        <p:spPr>
          <a:xfrm>
            <a:off x="9706707" y="3679755"/>
            <a:ext cx="1153551" cy="28962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TextBox 28">
            <a:extLst>
              <a:ext uri="{FF2B5EF4-FFF2-40B4-BE49-F238E27FC236}">
                <a16:creationId xmlns:a16="http://schemas.microsoft.com/office/drawing/2014/main" id="{F5280609-21F7-384A-4050-C7540F32D7F1}"/>
              </a:ext>
            </a:extLst>
          </p:cNvPr>
          <p:cNvSpPr txBox="1"/>
          <p:nvPr/>
        </p:nvSpPr>
        <p:spPr>
          <a:xfrm>
            <a:off x="2160354" y="5387926"/>
            <a:ext cx="3649603" cy="647114"/>
          </a:xfrm>
          <a:prstGeom prst="rect">
            <a:avLst/>
          </a:prstGeom>
          <a:ln w="3175">
            <a:miter lim="400000"/>
          </a:ln>
          <a:extLst>
            <a:ext uri="{C572A759-6A51-4108-AA02-DFA0A04FC94B}">
              <ma14:wrappingTextBoxFlag xmlns:ma14="http://schemas.microsoft.com/office/mac/drawingml/2011/main" xmlns="" val="1"/>
            </a:ext>
          </a:extLst>
        </p:spPr>
        <p:txBody>
          <a:bodyPr wrap="square" lIns="0" tIns="45709" rIns="91419" bIns="45709" rtlCol="0" anchor="b" anchorCtr="0">
            <a:noAutofit/>
          </a:bodyPr>
          <a:lstStyle/>
          <a:p>
            <a:pPr algn="l">
              <a:lnSpc>
                <a:spcPct val="90000"/>
              </a:lnSpc>
            </a:pPr>
            <a:endParaRPr lang="en-GB" sz="1600" b="0" kern="0" dirty="0">
              <a:solidFill>
                <a:schemeClr val="tx1">
                  <a:lumMod val="50000"/>
                  <a:lumOff val="50000"/>
                </a:schemeClr>
              </a:solidFill>
            </a:endParaRPr>
          </a:p>
        </p:txBody>
      </p:sp>
      <p:sp>
        <p:nvSpPr>
          <p:cNvPr id="31" name="TextBox 30">
            <a:extLst>
              <a:ext uri="{FF2B5EF4-FFF2-40B4-BE49-F238E27FC236}">
                <a16:creationId xmlns:a16="http://schemas.microsoft.com/office/drawing/2014/main" id="{6F4298E6-B1E9-832D-5DDE-C65B3D68D477}"/>
              </a:ext>
            </a:extLst>
          </p:cNvPr>
          <p:cNvSpPr txBox="1"/>
          <p:nvPr/>
        </p:nvSpPr>
        <p:spPr>
          <a:xfrm>
            <a:off x="1842868" y="5232845"/>
            <a:ext cx="3528533" cy="757130"/>
          </a:xfrm>
          <a:prstGeom prst="rect">
            <a:avLst/>
          </a:prstGeom>
          <a:noFill/>
          <a:ln w="3175">
            <a:miter lim="400000"/>
          </a:ln>
          <a:extLst>
            <a:ext uri="{C572A759-6A51-4108-AA02-DFA0A04FC94B}">
              <ma14:wrappingTextBoxFlag xmlns="" xmlns:ma14="http://schemas.microsoft.com/office/mac/drawingml/2011/main" val="1"/>
            </a:ext>
          </a:extLst>
        </p:spPr>
        <p:txBody>
          <a:bodyPr wrap="square">
            <a:spAutoFit/>
          </a:bodyPr>
          <a:lstStyle/>
          <a:p>
            <a:pPr marL="342900" indent="-342900">
              <a:lnSpc>
                <a:spcPct val="90000"/>
              </a:lnSpc>
              <a:buFont typeface="Wingdings" panose="05000000000000000000" pitchFamily="2" charset="2"/>
              <a:buChar char="§"/>
            </a:pPr>
            <a:r>
              <a:rPr lang="en-GB" sz="1600" kern="0" dirty="0">
                <a:solidFill>
                  <a:schemeClr val="tx1">
                    <a:lumMod val="50000"/>
                    <a:lumOff val="50000"/>
                  </a:schemeClr>
                </a:solidFill>
              </a:rPr>
              <a:t>Click the ‘Back’ button at the bottom of the App until you return to the screen </a:t>
            </a:r>
          </a:p>
        </p:txBody>
      </p:sp>
      <p:sp>
        <p:nvSpPr>
          <p:cNvPr id="33" name="TextBox 32">
            <a:extLst>
              <a:ext uri="{FF2B5EF4-FFF2-40B4-BE49-F238E27FC236}">
                <a16:creationId xmlns:a16="http://schemas.microsoft.com/office/drawing/2014/main" id="{3154FCEE-B135-1985-C708-C6C68F688DD5}"/>
              </a:ext>
            </a:extLst>
          </p:cNvPr>
          <p:cNvSpPr txBox="1"/>
          <p:nvPr/>
        </p:nvSpPr>
        <p:spPr>
          <a:xfrm>
            <a:off x="7094148" y="5139634"/>
            <a:ext cx="4199392" cy="757130"/>
          </a:xfrm>
          <a:prstGeom prst="rect">
            <a:avLst/>
          </a:prstGeom>
          <a:noFill/>
          <a:ln w="3175">
            <a:miter lim="400000"/>
          </a:ln>
          <a:extLst>
            <a:ext uri="{C572A759-6A51-4108-AA02-DFA0A04FC94B}">
              <ma14:wrappingTextBoxFlag xmlns="" xmlns:ma14="http://schemas.microsoft.com/office/mac/drawingml/2011/main" val="1"/>
            </a:ext>
          </a:extLst>
        </p:spPr>
        <p:txBody>
          <a:bodyPr wrap="square">
            <a:spAutoFit/>
          </a:bodyPr>
          <a:lstStyle/>
          <a:p>
            <a:pPr marL="342900" indent="-342900">
              <a:lnSpc>
                <a:spcPct val="90000"/>
              </a:lnSpc>
              <a:buFont typeface="Wingdings" panose="05000000000000000000" pitchFamily="2" charset="2"/>
              <a:buChar char="§"/>
            </a:pPr>
            <a:r>
              <a:rPr lang="en-GB" sz="1600" kern="0" dirty="0">
                <a:solidFill>
                  <a:schemeClr val="tx1">
                    <a:lumMod val="50000"/>
                    <a:lumOff val="50000"/>
                  </a:schemeClr>
                </a:solidFill>
              </a:rPr>
              <a:t>Click the menu button in the top right hand corner of the App and select ‘Account Search’</a:t>
            </a:r>
          </a:p>
        </p:txBody>
      </p:sp>
      <p:sp>
        <p:nvSpPr>
          <p:cNvPr id="34" name="TextBox 33">
            <a:extLst>
              <a:ext uri="{FF2B5EF4-FFF2-40B4-BE49-F238E27FC236}">
                <a16:creationId xmlns:a16="http://schemas.microsoft.com/office/drawing/2014/main" id="{062CC43B-2E24-44AB-0BAC-E2CA14156EA7}"/>
              </a:ext>
            </a:extLst>
          </p:cNvPr>
          <p:cNvSpPr txBox="1"/>
          <p:nvPr/>
        </p:nvSpPr>
        <p:spPr>
          <a:xfrm>
            <a:off x="2345618" y="6032722"/>
            <a:ext cx="8127561" cy="338554"/>
          </a:xfrm>
          <a:prstGeom prst="rect">
            <a:avLst/>
          </a:prstGeom>
          <a:noFill/>
          <a:ln w="3175">
            <a:miter lim="400000"/>
          </a:ln>
          <a:extLst>
            <a:ext uri="{C572A759-6A51-4108-AA02-DFA0A04FC94B}">
              <ma14:wrappingTextBoxFlag xmlns:ma14="http://schemas.microsoft.com/office/mac/drawingml/2011/main" xmlns="" val="1"/>
            </a:ext>
          </a:extLst>
        </p:spPr>
        <p:txBody>
          <a:bodyPr wrap="square">
            <a:spAutoFit/>
          </a:bodyPr>
          <a:lstStyle/>
          <a:p>
            <a:pPr algn="ctr"/>
            <a:r>
              <a:rPr lang="en-GB" sz="1600" b="1" kern="0" dirty="0">
                <a:solidFill>
                  <a:srgbClr val="FF0000"/>
                </a:solidFill>
              </a:rPr>
              <a:t>*</a:t>
            </a:r>
            <a:r>
              <a:rPr lang="en-GB" sz="1600" kern="0" dirty="0">
                <a:solidFill>
                  <a:srgbClr val="FF0000"/>
                </a:solidFill>
              </a:rPr>
              <a:t>This approach can be taken if the next appointment attended is for an SP customer</a:t>
            </a:r>
            <a:endParaRPr lang="en-GB" sz="1600" dirty="0">
              <a:solidFill>
                <a:srgbClr val="FF0000"/>
              </a:solidFill>
            </a:endParaRPr>
          </a:p>
        </p:txBody>
      </p:sp>
    </p:spTree>
    <p:extLst>
      <p:ext uri="{BB962C8B-B14F-4D97-AF65-F5344CB8AC3E}">
        <p14:creationId xmlns:p14="http://schemas.microsoft.com/office/powerpoint/2010/main" val="2204659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CAEA5F2-87CE-48CB-90DB-2757A40078C3}"/>
              </a:ext>
            </a:extLst>
          </p:cNvPr>
          <p:cNvSpPr>
            <a:spLocks noGrp="1"/>
          </p:cNvSpPr>
          <p:nvPr>
            <p:ph type="body" sz="quarter" idx="14"/>
          </p:nvPr>
        </p:nvSpPr>
        <p:spPr>
          <a:xfrm>
            <a:off x="510293" y="486724"/>
            <a:ext cx="8198278" cy="457056"/>
          </a:xfrm>
        </p:spPr>
        <p:txBody>
          <a:bodyPr/>
          <a:lstStyle/>
          <a:p>
            <a:r>
              <a:rPr lang="en-GB" dirty="0"/>
              <a:t>Appendix: Customer View of Agent Location</a:t>
            </a:r>
          </a:p>
        </p:txBody>
      </p:sp>
      <p:sp>
        <p:nvSpPr>
          <p:cNvPr id="80" name="Marcador de texto 2">
            <a:extLst>
              <a:ext uri="{FF2B5EF4-FFF2-40B4-BE49-F238E27FC236}">
                <a16:creationId xmlns:a16="http://schemas.microsoft.com/office/drawing/2014/main" id="{17E4F17D-04CA-40E4-8105-1663B23BA13B}"/>
              </a:ext>
            </a:extLst>
          </p:cNvPr>
          <p:cNvSpPr>
            <a:spLocks noGrp="1"/>
          </p:cNvSpPr>
          <p:nvPr/>
        </p:nvSpPr>
        <p:spPr>
          <a:xfrm>
            <a:off x="601065" y="1080698"/>
            <a:ext cx="11592000" cy="0"/>
          </a:xfrm>
          <a:prstGeom prst="rect">
            <a:avLst/>
          </a:prstGeom>
          <a:solidFill>
            <a:schemeClr val="bg1">
              <a:lumMod val="75000"/>
            </a:schemeClr>
          </a:solidFill>
          <a:ln w="6350">
            <a:solidFill>
              <a:schemeClr val="bg1">
                <a:lumMod val="75000"/>
              </a:schemeClr>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00" kern="1200">
                <a:solidFill>
                  <a:schemeClr val="bg1">
                    <a:alpha val="0"/>
                  </a:schemeClr>
                </a:solidFill>
                <a:latin typeface="Lato Light" panose="020F030202020403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Light" panose="020F030202020403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Light" panose="020F030202020403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Light" panose="020F030202020403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Light" panose="020F030202020403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GB" sz="100" b="0" i="0" u="none" strike="noStrike" kern="1200" cap="none" spc="0" normalizeH="0" baseline="0" noProof="0" dirty="0">
              <a:ln>
                <a:noFill/>
              </a:ln>
              <a:solidFill>
                <a:prstClr val="white">
                  <a:alpha val="0"/>
                </a:prstClr>
              </a:solidFill>
              <a:effectLst/>
              <a:uLnTx/>
              <a:uFillTx/>
              <a:latin typeface="Lato Light" panose="020F0302020204030203" pitchFamily="34" charset="0"/>
              <a:ea typeface="+mn-ea"/>
              <a:cs typeface="+mn-cs"/>
            </a:endParaRPr>
          </a:p>
        </p:txBody>
      </p:sp>
      <p:sp>
        <p:nvSpPr>
          <p:cNvPr id="81" name="Marcador de texto 3">
            <a:extLst>
              <a:ext uri="{FF2B5EF4-FFF2-40B4-BE49-F238E27FC236}">
                <a16:creationId xmlns:a16="http://schemas.microsoft.com/office/drawing/2014/main" id="{1C4628E0-E9B5-4AF5-8966-C52CF12F5C73}"/>
              </a:ext>
            </a:extLst>
          </p:cNvPr>
          <p:cNvSpPr>
            <a:spLocks noGrp="1"/>
          </p:cNvSpPr>
          <p:nvPr/>
        </p:nvSpPr>
        <p:spPr>
          <a:xfrm>
            <a:off x="601065" y="1080698"/>
            <a:ext cx="756000" cy="0"/>
          </a:xfrm>
          <a:prstGeom prst="rect">
            <a:avLst/>
          </a:prstGeom>
          <a:solidFill>
            <a:schemeClr val="tx2"/>
          </a:solidFill>
          <a:ln w="34925" cap="flat">
            <a:solidFill>
              <a:schemeClr val="tx2"/>
            </a:solidFill>
            <a:miter lim="800000"/>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00" kern="1200">
                <a:solidFill>
                  <a:schemeClr val="bg1">
                    <a:alpha val="0"/>
                  </a:schemeClr>
                </a:solidFill>
                <a:latin typeface="Lato Light" panose="020F030202020403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Light" panose="020F030202020403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Light" panose="020F030202020403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Light" panose="020F030202020403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Light" panose="020F030202020403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GB" sz="100" b="0" i="0" u="none" strike="noStrike" kern="1200" cap="none" spc="0" normalizeH="0" baseline="0" noProof="0" dirty="0">
              <a:ln>
                <a:noFill/>
              </a:ln>
              <a:solidFill>
                <a:prstClr val="white">
                  <a:alpha val="0"/>
                </a:prstClr>
              </a:solidFill>
              <a:effectLst/>
              <a:uLnTx/>
              <a:uFillTx/>
              <a:latin typeface="Lato Light" panose="020F0302020204030203" pitchFamily="34" charset="0"/>
              <a:ea typeface="+mn-ea"/>
              <a:cs typeface="+mn-cs"/>
            </a:endParaRPr>
          </a:p>
        </p:txBody>
      </p:sp>
      <p:sp>
        <p:nvSpPr>
          <p:cNvPr id="2" name="Rectangle 1">
            <a:extLst>
              <a:ext uri="{FF2B5EF4-FFF2-40B4-BE49-F238E27FC236}">
                <a16:creationId xmlns:a16="http://schemas.microsoft.com/office/drawing/2014/main" id="{1540A25B-3104-00E8-452B-EC326D90C249}"/>
              </a:ext>
            </a:extLst>
          </p:cNvPr>
          <p:cNvSpPr/>
          <p:nvPr/>
        </p:nvSpPr>
        <p:spPr>
          <a:xfrm>
            <a:off x="3186944" y="5620336"/>
            <a:ext cx="5818111" cy="313932"/>
          </a:xfrm>
          <a:prstGeom prst="rect">
            <a:avLst/>
          </a:prstGeom>
        </p:spPr>
        <p:txBody>
          <a:bodyPr wrap="square">
            <a:spAutoFit/>
          </a:bodyPr>
          <a:lstStyle/>
          <a:p>
            <a:pPr marL="342900" marR="0" lvl="0" indent="-342900" algn="l" defTabSz="914400" rtl="0" eaLnBrk="1" fontAlgn="auto" latinLnBrk="0" hangingPunct="1">
              <a:lnSpc>
                <a:spcPct val="90000"/>
              </a:lnSpc>
              <a:spcBef>
                <a:spcPts val="0"/>
              </a:spcBef>
              <a:spcAft>
                <a:spcPts val="0"/>
              </a:spcAft>
              <a:buClrTx/>
              <a:buSzTx/>
              <a:buFont typeface="Wingdings" panose="05000000000000000000" pitchFamily="2" charset="2"/>
              <a:buChar char="§"/>
              <a:tabLst/>
              <a:defRPr/>
            </a:pPr>
            <a:r>
              <a:rPr kumimoji="0" lang="en-GB" sz="1600" b="0" i="0" u="none" strike="noStrike" kern="0" cap="none" spc="0" normalizeH="0" baseline="0" noProof="0" dirty="0">
                <a:ln>
                  <a:noFill/>
                </a:ln>
                <a:solidFill>
                  <a:prstClr val="black">
                    <a:lumMod val="50000"/>
                    <a:lumOff val="50000"/>
                  </a:prstClr>
                </a:solidFill>
                <a:effectLst/>
                <a:uLnTx/>
                <a:uFillTx/>
                <a:latin typeface="Lato Light"/>
                <a:ea typeface="+mn-ea"/>
                <a:cs typeface="+mn-cs"/>
              </a:rPr>
              <a:t>Examples of the view a customer will have of your location</a:t>
            </a:r>
            <a:endParaRPr kumimoji="0" lang="en-GB" sz="1900" b="0" i="0" u="none" strike="noStrike" kern="0" cap="none" spc="0" normalizeH="0" baseline="0" noProof="0" dirty="0">
              <a:ln>
                <a:noFill/>
              </a:ln>
              <a:solidFill>
                <a:prstClr val="black">
                  <a:lumMod val="50000"/>
                  <a:lumOff val="50000"/>
                </a:prstClr>
              </a:solidFill>
              <a:effectLst/>
              <a:uLnTx/>
              <a:uFillTx/>
              <a:latin typeface="Lato Light"/>
              <a:ea typeface="+mn-ea"/>
              <a:cs typeface="+mn-cs"/>
            </a:endParaRPr>
          </a:p>
        </p:txBody>
      </p:sp>
      <p:pic>
        <p:nvPicPr>
          <p:cNvPr id="7" name="Picture 6">
            <a:extLst>
              <a:ext uri="{FF2B5EF4-FFF2-40B4-BE49-F238E27FC236}">
                <a16:creationId xmlns:a16="http://schemas.microsoft.com/office/drawing/2014/main" id="{D2F6671A-451D-3492-4251-C4A51AF347F3}"/>
              </a:ext>
            </a:extLst>
          </p:cNvPr>
          <p:cNvPicPr>
            <a:picLocks noChangeAspect="1"/>
          </p:cNvPicPr>
          <p:nvPr/>
        </p:nvPicPr>
        <p:blipFill>
          <a:blip r:embed="rId2"/>
          <a:stretch>
            <a:fillRect/>
          </a:stretch>
        </p:blipFill>
        <p:spPr>
          <a:xfrm>
            <a:off x="3175308" y="1217617"/>
            <a:ext cx="2291419" cy="4078437"/>
          </a:xfrm>
          <a:prstGeom prst="rect">
            <a:avLst/>
          </a:prstGeom>
        </p:spPr>
      </p:pic>
      <p:pic>
        <p:nvPicPr>
          <p:cNvPr id="11" name="Picture 10">
            <a:extLst>
              <a:ext uri="{FF2B5EF4-FFF2-40B4-BE49-F238E27FC236}">
                <a16:creationId xmlns:a16="http://schemas.microsoft.com/office/drawing/2014/main" id="{C9F19736-33CC-79B4-2F2A-B78B839295FC}"/>
              </a:ext>
            </a:extLst>
          </p:cNvPr>
          <p:cNvPicPr>
            <a:picLocks noChangeAspect="1"/>
          </p:cNvPicPr>
          <p:nvPr/>
        </p:nvPicPr>
        <p:blipFill>
          <a:blip r:embed="rId3"/>
          <a:stretch>
            <a:fillRect/>
          </a:stretch>
        </p:blipFill>
        <p:spPr>
          <a:xfrm>
            <a:off x="6725274" y="1217618"/>
            <a:ext cx="2268145" cy="4078436"/>
          </a:xfrm>
          <a:prstGeom prst="rect">
            <a:avLst/>
          </a:prstGeom>
        </p:spPr>
      </p:pic>
    </p:spTree>
    <p:extLst>
      <p:ext uri="{BB962C8B-B14F-4D97-AF65-F5344CB8AC3E}">
        <p14:creationId xmlns:p14="http://schemas.microsoft.com/office/powerpoint/2010/main" val="999304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Master">
  <a:themeElements>
    <a:clrScheme name="IBERDROLA 2">
      <a:dk1>
        <a:sysClr val="windowText" lastClr="000000"/>
      </a:dk1>
      <a:lt1>
        <a:sysClr val="window" lastClr="FFFFFF"/>
      </a:lt1>
      <a:dk2>
        <a:srgbClr val="5C881A"/>
      </a:dk2>
      <a:lt2>
        <a:srgbClr val="FF5A00"/>
      </a:lt2>
      <a:accent1>
        <a:srgbClr val="61A60E"/>
      </a:accent1>
      <a:accent2>
        <a:srgbClr val="0063BE"/>
      </a:accent2>
      <a:accent3>
        <a:srgbClr val="53672A"/>
      </a:accent3>
      <a:accent4>
        <a:srgbClr val="5C881A"/>
      </a:accent4>
      <a:accent5>
        <a:srgbClr val="5F6971"/>
      </a:accent5>
      <a:accent6>
        <a:srgbClr val="727F80"/>
      </a:accent6>
      <a:hlink>
        <a:srgbClr val="D3D4D3"/>
      </a:hlink>
      <a:folHlink>
        <a:srgbClr val="5F6971"/>
      </a:folHlink>
    </a:clrScheme>
    <a:fontScheme name="Custom 4">
      <a:majorFont>
        <a:latin typeface="Lato"/>
        <a:ea typeface=""/>
        <a:cs typeface=""/>
      </a:majorFont>
      <a:minorFont>
        <a:latin typeface="La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ln w="3175">
          <a:miter lim="400000"/>
        </a:ln>
        <a:extLst>
          <a:ext uri="{C572A759-6A51-4108-AA02-DFA0A04FC94B}">
            <ma14:wrappingTextBoxFlag xmlns:r="http://schemas.openxmlformats.org/officeDocument/2006/relationships" xmlns:p="http://schemas.openxmlformats.org/presentationml/2006/main" xmlns:ma14="http://schemas.microsoft.com/office/mac/drawingml/2011/main" xmlns="" val="1"/>
          </a:ext>
        </a:extLst>
      </a:spPr>
      <a:bodyPr lIns="0" tIns="45709" rIns="91419" bIns="45709" anchor="b" anchorCtr="0">
        <a:noAutofit/>
      </a:bodyPr>
      <a:lstStyle>
        <a:defPPr algn="l">
          <a:lnSpc>
            <a:spcPct val="90000"/>
          </a:lnSpc>
          <a:defRPr sz="3200" b="0" kern="0">
            <a:solidFill>
              <a:schemeClr val="tx1">
                <a:lumMod val="50000"/>
                <a:lumOff val="50000"/>
              </a:schemeClr>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97FD90BC7F699429DD7E8055F0D919E" ma:contentTypeVersion="14" ma:contentTypeDescription="Create a new document." ma:contentTypeScope="" ma:versionID="2855598644f2565a3115159a085fde80">
  <xsd:schema xmlns:xsd="http://www.w3.org/2001/XMLSchema" xmlns:xs="http://www.w3.org/2001/XMLSchema" xmlns:p="http://schemas.microsoft.com/office/2006/metadata/properties" xmlns:ns2="6502afbc-95ab-43e4-b4d2-5fb212f1c39b" xmlns:ns3="37c9beb9-6fb7-45d7-adb8-f6fb93bf5ce5" targetNamespace="http://schemas.microsoft.com/office/2006/metadata/properties" ma:root="true" ma:fieldsID="9e2baf1da5613d93f97015f940b19366" ns2:_="" ns3:_="">
    <xsd:import namespace="6502afbc-95ab-43e4-b4d2-5fb212f1c39b"/>
    <xsd:import namespace="37c9beb9-6fb7-45d7-adb8-f6fb93bf5ce5"/>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lcf76f155ced4ddcb4097134ff3c332f" minOccurs="0"/>
                <xsd:element ref="ns3:TaxCatchAll" minOccurs="0"/>
                <xsd:element ref="ns2:MediaServiceObjectDetectorVersions" minOccurs="0"/>
                <xsd:element ref="ns2:MediaServiceOCR" minOccurs="0"/>
                <xsd:element ref="ns2:MediaServiceGenerationTime" minOccurs="0"/>
                <xsd:element ref="ns2:MediaServiceEventHashCode"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502afbc-95ab-43e4-b4d2-5fb212f1c39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e84e374b-9a04-4d73-a251-4ce1ae2c835e"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descrip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7c9beb9-6fb7-45d7-adb8-f6fb93bf5ce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9b0dd238-97a0-4c03-89ae-474f87d5018a}" ma:internalName="TaxCatchAll" ma:showField="CatchAllData" ma:web="37c9beb9-6fb7-45d7-adb8-f6fb93bf5ce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37c9beb9-6fb7-45d7-adb8-f6fb93bf5ce5" xsi:nil="true"/>
    <lcf76f155ced4ddcb4097134ff3c332f xmlns="6502afbc-95ab-43e4-b4d2-5fb212f1c39b">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B36E9DDF-B2A3-4CB0-B17F-96A379322BC1}">
  <ds:schemaRefs>
    <ds:schemaRef ds:uri="http://schemas.microsoft.com/sharepoint/v3/contenttype/forms"/>
  </ds:schemaRefs>
</ds:datastoreItem>
</file>

<file path=customXml/itemProps2.xml><?xml version="1.0" encoding="utf-8"?>
<ds:datastoreItem xmlns:ds="http://schemas.openxmlformats.org/officeDocument/2006/customXml" ds:itemID="{DEF99B69-A3FE-4754-824C-9DA1E4F7782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502afbc-95ab-43e4-b4d2-5fb212f1c39b"/>
    <ds:schemaRef ds:uri="37c9beb9-6fb7-45d7-adb8-f6fb93bf5ce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E305FEF-14A8-4FA1-83A6-702B4A80F10F}">
  <ds:schemaRefs>
    <ds:schemaRef ds:uri="7eaccf8c-92ca-4614-8f05-24f28b34988c"/>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www.w3.org/XML/1998/namespace"/>
    <ds:schemaRef ds:uri="http://purl.org/dc/dcmitype/"/>
    <ds:schemaRef ds:uri="37c9beb9-6fb7-45d7-adb8-f6fb93bf5ce5"/>
    <ds:schemaRef ds:uri="6502afbc-95ab-43e4-b4d2-5fb212f1c39b"/>
  </ds:schemaRefs>
</ds:datastoreItem>
</file>

<file path=docProps/app.xml><?xml version="1.0" encoding="utf-8"?>
<Properties xmlns="http://schemas.openxmlformats.org/officeDocument/2006/extended-properties" xmlns:vt="http://schemas.openxmlformats.org/officeDocument/2006/docPropsVTypes">
  <TotalTime>21120</TotalTime>
  <Words>1293</Words>
  <Application>Microsoft Office PowerPoint</Application>
  <PresentationFormat>Widescreen</PresentationFormat>
  <Paragraphs>127</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Lato</vt:lpstr>
      <vt:lpstr>Lato Black</vt:lpstr>
      <vt:lpstr>Lato Light</vt:lpstr>
      <vt:lpstr>Wingdings</vt:lpstr>
      <vt:lpstr>Master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Sarda Lino, Sara</dc:creator>
  <cp:lastModifiedBy>Bryan Hardy</cp:lastModifiedBy>
  <cp:revision>430</cp:revision>
  <dcterms:created xsi:type="dcterms:W3CDTF">2021-06-28T10:26:46Z</dcterms:created>
  <dcterms:modified xsi:type="dcterms:W3CDTF">2023-11-20T08:56:39Z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0x0101006C72D918716AD14A861B87B05030E61C</vt:lpwstr>
  </property>
  <property fmtid="{D5CDD505-2E9C-101B-9397-08002B2CF9AE}" pid="3" name="MSIP_Label_019c027e-33b7-45fc-a572-8ffa5d09ec36_Enabled">
    <vt:lpwstr>true</vt:lpwstr>
  </property>
  <property fmtid="{D5CDD505-2E9C-101B-9397-08002B2CF9AE}" pid="4" name="MSIP_Label_019c027e-33b7-45fc-a572-8ffa5d09ec36_SetDate">
    <vt:lpwstr>2023-08-16T16:18:28Z</vt:lpwstr>
  </property>
  <property fmtid="{D5CDD505-2E9C-101B-9397-08002B2CF9AE}" pid="5" name="MSIP_Label_019c027e-33b7-45fc-a572-8ffa5d09ec36_Method">
    <vt:lpwstr>Standard</vt:lpwstr>
  </property>
  <property fmtid="{D5CDD505-2E9C-101B-9397-08002B2CF9AE}" pid="6" name="MSIP_Label_019c027e-33b7-45fc-a572-8ffa5d09ec36_Name">
    <vt:lpwstr>Internal Use</vt:lpwstr>
  </property>
  <property fmtid="{D5CDD505-2E9C-101B-9397-08002B2CF9AE}" pid="7" name="MSIP_Label_019c027e-33b7-45fc-a572-8ffa5d09ec36_SiteId">
    <vt:lpwstr>031a09bc-a2bf-44df-888e-4e09355b7a24</vt:lpwstr>
  </property>
  <property fmtid="{D5CDD505-2E9C-101B-9397-08002B2CF9AE}" pid="8" name="MSIP_Label_019c027e-33b7-45fc-a572-8ffa5d09ec36_ActionId">
    <vt:lpwstr>9715c2d9-58da-49f9-a822-fdd959e6d6c7</vt:lpwstr>
  </property>
  <property fmtid="{D5CDD505-2E9C-101B-9397-08002B2CF9AE}" pid="9" name="MSIP_Label_019c027e-33b7-45fc-a572-8ffa5d09ec36_ContentBits">
    <vt:lpwstr>2</vt:lpwstr>
  </property>
</Properties>
</file>